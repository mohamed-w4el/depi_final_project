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87" r:id="rId3"/>
    <p:sldId id="257" r:id="rId4"/>
    <p:sldId id="258" r:id="rId5"/>
    <p:sldId id="259" r:id="rId6"/>
    <p:sldId id="283" r:id="rId7"/>
    <p:sldId id="28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60E7D-70BC-45F1-A9EA-1EE8C4E8E619}" v="62" dt="2025-12-12T14:31:32.087"/>
    <p1510:client id="{D9C37289-3443-4411-92EE-7CDC2F084026}" v="34" dt="2025-12-12T14:50:38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El-Hussein" userId="a035058f7507fc01" providerId="LiveId" clId="{37159C24-D6B3-42A1-8812-0C2C3CD6E1B7}"/>
    <pc:docChg chg="undo custSel addSld delSld modSld sldOrd">
      <pc:chgData name="Muhammed El-Hussein" userId="a035058f7507fc01" providerId="LiveId" clId="{37159C24-D6B3-42A1-8812-0C2C3CD6E1B7}" dt="2025-12-12T14:50:38.585" v="195"/>
      <pc:docMkLst>
        <pc:docMk/>
      </pc:docMkLst>
      <pc:sldChg chg="addSp delSp modSp new del mod setBg">
        <pc:chgData name="Muhammed El-Hussein" userId="a035058f7507fc01" providerId="LiveId" clId="{37159C24-D6B3-42A1-8812-0C2C3CD6E1B7}" dt="2025-12-12T14:50:25.677" v="193" actId="47"/>
        <pc:sldMkLst>
          <pc:docMk/>
          <pc:sldMk cId="882869656" sldId="285"/>
        </pc:sldMkLst>
        <pc:spChg chg="mod">
          <ac:chgData name="Muhammed El-Hussein" userId="a035058f7507fc01" providerId="LiveId" clId="{37159C24-D6B3-42A1-8812-0C2C3CD6E1B7}" dt="2025-12-12T14:48:20.550" v="149" actId="26606"/>
          <ac:spMkLst>
            <pc:docMk/>
            <pc:sldMk cId="882869656" sldId="285"/>
            <ac:spMk id="2" creationId="{1D342978-58FD-4FE1-0122-DA337FE21579}"/>
          </ac:spMkLst>
        </pc:spChg>
        <pc:spChg chg="mod">
          <ac:chgData name="Muhammed El-Hussein" userId="a035058f7507fc01" providerId="LiveId" clId="{37159C24-D6B3-42A1-8812-0C2C3CD6E1B7}" dt="2025-12-12T14:48:20.550" v="149" actId="26606"/>
          <ac:spMkLst>
            <pc:docMk/>
            <pc:sldMk cId="882869656" sldId="285"/>
            <ac:spMk id="3" creationId="{E0DC60C2-BDB5-C5A9-B486-20FAB4353B3C}"/>
          </ac:spMkLst>
        </pc:spChg>
        <pc:spChg chg="add del">
          <ac:chgData name="Muhammed El-Hussein" userId="a035058f7507fc01" providerId="LiveId" clId="{37159C24-D6B3-42A1-8812-0C2C3CD6E1B7}" dt="2025-12-12T14:48:20.546" v="148" actId="26606"/>
          <ac:spMkLst>
            <pc:docMk/>
            <pc:sldMk cId="882869656" sldId="285"/>
            <ac:spMk id="8" creationId="{5F710FDB-0919-493E-8539-8240C23F1EB2}"/>
          </ac:spMkLst>
        </pc:spChg>
        <pc:spChg chg="add">
          <ac:chgData name="Muhammed El-Hussein" userId="a035058f7507fc01" providerId="LiveId" clId="{37159C24-D6B3-42A1-8812-0C2C3CD6E1B7}" dt="2025-12-12T14:48:20.550" v="149" actId="26606"/>
          <ac:spMkLst>
            <pc:docMk/>
            <pc:sldMk cId="882869656" sldId="285"/>
            <ac:spMk id="14" creationId="{5F710FDB-0919-493E-8539-8240C23F1EB2}"/>
          </ac:spMkLst>
        </pc:spChg>
        <pc:cxnChg chg="add del">
          <ac:chgData name="Muhammed El-Hussein" userId="a035058f7507fc01" providerId="LiveId" clId="{37159C24-D6B3-42A1-8812-0C2C3CD6E1B7}" dt="2025-12-12T14:48:20.546" v="148" actId="26606"/>
          <ac:cxnSpMkLst>
            <pc:docMk/>
            <pc:sldMk cId="882869656" sldId="285"/>
            <ac:cxnSpMk id="10" creationId="{22F20000-FD86-48F6-9363-FEC90C932DCD}"/>
          </ac:cxnSpMkLst>
        </pc:cxnChg>
        <pc:cxnChg chg="add del">
          <ac:chgData name="Muhammed El-Hussein" userId="a035058f7507fc01" providerId="LiveId" clId="{37159C24-D6B3-42A1-8812-0C2C3CD6E1B7}" dt="2025-12-12T14:48:20.546" v="148" actId="26606"/>
          <ac:cxnSpMkLst>
            <pc:docMk/>
            <pc:sldMk cId="882869656" sldId="285"/>
            <ac:cxnSpMk id="12" creationId="{872AE332-6ACA-45BE-875F-91A291D4A40D}"/>
          </ac:cxnSpMkLst>
        </pc:cxnChg>
        <pc:cxnChg chg="add">
          <ac:chgData name="Muhammed El-Hussein" userId="a035058f7507fc01" providerId="LiveId" clId="{37159C24-D6B3-42A1-8812-0C2C3CD6E1B7}" dt="2025-12-12T14:48:20.550" v="149" actId="26606"/>
          <ac:cxnSpMkLst>
            <pc:docMk/>
            <pc:sldMk cId="882869656" sldId="285"/>
            <ac:cxnSpMk id="15" creationId="{0AFF0B6C-73E2-4B40-9280-938C14922C87}"/>
          </ac:cxnSpMkLst>
        </pc:cxnChg>
      </pc:sldChg>
      <pc:sldChg chg="add del">
        <pc:chgData name="Muhammed El-Hussein" userId="a035058f7507fc01" providerId="LiveId" clId="{37159C24-D6B3-42A1-8812-0C2C3CD6E1B7}" dt="2025-12-12T14:48:38.161" v="151" actId="2890"/>
        <pc:sldMkLst>
          <pc:docMk/>
          <pc:sldMk cId="735204186" sldId="286"/>
        </pc:sldMkLst>
      </pc:sldChg>
      <pc:sldChg chg="addSp delSp modSp add del mod ord delAnim">
        <pc:chgData name="Muhammed El-Hussein" userId="a035058f7507fc01" providerId="LiveId" clId="{37159C24-D6B3-42A1-8812-0C2C3CD6E1B7}" dt="2025-12-12T14:50:24.839" v="192" actId="47"/>
        <pc:sldMkLst>
          <pc:docMk/>
          <pc:sldMk cId="1605868622" sldId="286"/>
        </pc:sldMkLst>
        <pc:spChg chg="mod">
          <ac:chgData name="Muhammed El-Hussein" userId="a035058f7507fc01" providerId="LiveId" clId="{37159C24-D6B3-42A1-8812-0C2C3CD6E1B7}" dt="2025-12-12T14:49:45.897" v="170" actId="26606"/>
          <ac:spMkLst>
            <pc:docMk/>
            <pc:sldMk cId="1605868622" sldId="286"/>
            <ac:spMk id="2" creationId="{7307E670-8FBE-A9F9-9C5D-11F404C31C48}"/>
          </ac:spMkLst>
        </pc:spChg>
        <pc:spChg chg="add del mod">
          <ac:chgData name="Muhammed El-Hussein" userId="a035058f7507fc01" providerId="LiveId" clId="{37159C24-D6B3-42A1-8812-0C2C3CD6E1B7}" dt="2025-12-12T14:49:45.897" v="170" actId="26606"/>
          <ac:spMkLst>
            <pc:docMk/>
            <pc:sldMk cId="1605868622" sldId="286"/>
            <ac:spMk id="4" creationId="{ED4FB0F6-0E5F-6248-6773-E88AD2F07A49}"/>
          </ac:spMkLst>
        </pc:spChg>
        <pc:spChg chg="del">
          <ac:chgData name="Muhammed El-Hussein" userId="a035058f7507fc01" providerId="LiveId" clId="{37159C24-D6B3-42A1-8812-0C2C3CD6E1B7}" dt="2025-12-12T14:49:45.897" v="170" actId="26606"/>
          <ac:spMkLst>
            <pc:docMk/>
            <pc:sldMk cId="1605868622" sldId="286"/>
            <ac:spMk id="21" creationId="{BEAD6527-8F3A-A2EE-2D1C-CF069DCC3B8C}"/>
          </ac:spMkLst>
        </pc:spChg>
        <pc:spChg chg="del">
          <ac:chgData name="Muhammed El-Hussein" userId="a035058f7507fc01" providerId="LiveId" clId="{37159C24-D6B3-42A1-8812-0C2C3CD6E1B7}" dt="2025-12-12T14:49:45.897" v="170" actId="26606"/>
          <ac:spMkLst>
            <pc:docMk/>
            <pc:sldMk cId="1605868622" sldId="286"/>
            <ac:spMk id="23" creationId="{927D23D3-A279-CEF0-4BEB-45103A6D8483}"/>
          </ac:spMkLst>
        </pc:spChg>
        <pc:spChg chg="add">
          <ac:chgData name="Muhammed El-Hussein" userId="a035058f7507fc01" providerId="LiveId" clId="{37159C24-D6B3-42A1-8812-0C2C3CD6E1B7}" dt="2025-12-12T14:49:45.897" v="170" actId="26606"/>
          <ac:spMkLst>
            <pc:docMk/>
            <pc:sldMk cId="1605868622" sldId="286"/>
            <ac:spMk id="31" creationId="{985184E4-C93A-4E34-8365-1886AAC5DE60}"/>
          </ac:spMkLst>
        </pc:spChg>
        <pc:graphicFrameChg chg="del">
          <ac:chgData name="Muhammed El-Hussein" userId="a035058f7507fc01" providerId="LiveId" clId="{37159C24-D6B3-42A1-8812-0C2C3CD6E1B7}" dt="2025-12-12T14:48:57.331" v="167" actId="478"/>
          <ac:graphicFrameMkLst>
            <pc:docMk/>
            <pc:sldMk cId="1605868622" sldId="286"/>
            <ac:graphicFrameMk id="16" creationId="{17A7E03C-D1A7-49D1-7462-E77939331B01}"/>
          </ac:graphicFrameMkLst>
        </pc:graphicFrameChg>
        <pc:graphicFrameChg chg="add">
          <ac:chgData name="Muhammed El-Hussein" userId="a035058f7507fc01" providerId="LiveId" clId="{37159C24-D6B3-42A1-8812-0C2C3CD6E1B7}" dt="2025-12-12T14:49:45.897" v="170" actId="26606"/>
          <ac:graphicFrameMkLst>
            <pc:docMk/>
            <pc:sldMk cId="1605868622" sldId="286"/>
            <ac:graphicFrameMk id="27" creationId="{F0C7FFF6-90C7-5069-78DE-0E27172D16AD}"/>
          </ac:graphicFrameMkLst>
        </pc:graphicFrameChg>
        <pc:cxnChg chg="del">
          <ac:chgData name="Muhammed El-Hussein" userId="a035058f7507fc01" providerId="LiveId" clId="{37159C24-D6B3-42A1-8812-0C2C3CD6E1B7}" dt="2025-12-12T14:49:45.897" v="170" actId="26606"/>
          <ac:cxnSpMkLst>
            <pc:docMk/>
            <pc:sldMk cId="1605868622" sldId="286"/>
            <ac:cxnSpMk id="25" creationId="{6BADBD76-304D-7D74-2E64-86DB231CFA0A}"/>
          </ac:cxnSpMkLst>
        </pc:cxnChg>
        <pc:cxnChg chg="add">
          <ac:chgData name="Muhammed El-Hussein" userId="a035058f7507fc01" providerId="LiveId" clId="{37159C24-D6B3-42A1-8812-0C2C3CD6E1B7}" dt="2025-12-12T14:49:45.897" v="170" actId="26606"/>
          <ac:cxnSpMkLst>
            <pc:docMk/>
            <pc:sldMk cId="1605868622" sldId="286"/>
            <ac:cxnSpMk id="33" creationId="{8AB0D40B-37F7-4F1F-B956-AFC12066ABE3}"/>
          </ac:cxnSpMkLst>
        </pc:cxnChg>
      </pc:sldChg>
      <pc:sldChg chg="addSp delSp modSp add mod ord delAnim modAnim">
        <pc:chgData name="Muhammed El-Hussein" userId="a035058f7507fc01" providerId="LiveId" clId="{37159C24-D6B3-42A1-8812-0C2C3CD6E1B7}" dt="2025-12-12T14:50:38.585" v="195"/>
        <pc:sldMkLst>
          <pc:docMk/>
          <pc:sldMk cId="3546108170" sldId="287"/>
        </pc:sldMkLst>
        <pc:spChg chg="mod">
          <ac:chgData name="Muhammed El-Hussein" userId="a035058f7507fc01" providerId="LiveId" clId="{37159C24-D6B3-42A1-8812-0C2C3CD6E1B7}" dt="2025-12-12T14:50:19.085" v="191" actId="20577"/>
          <ac:spMkLst>
            <pc:docMk/>
            <pc:sldMk cId="3546108170" sldId="287"/>
            <ac:spMk id="2" creationId="{663E5554-F80A-CE33-8155-EA391E6A48B9}"/>
          </ac:spMkLst>
        </pc:spChg>
        <pc:spChg chg="add del mod">
          <ac:chgData name="Muhammed El-Hussein" userId="a035058f7507fc01" providerId="LiveId" clId="{37159C24-D6B3-42A1-8812-0C2C3CD6E1B7}" dt="2025-12-12T14:50:11.985" v="177" actId="478"/>
          <ac:spMkLst>
            <pc:docMk/>
            <pc:sldMk cId="3546108170" sldId="287"/>
            <ac:spMk id="4" creationId="{FC1C7E74-5399-6D33-4458-EFC01DC5A99C}"/>
          </ac:spMkLst>
        </pc:spChg>
        <pc:graphicFrameChg chg="add mod">
          <ac:chgData name="Muhammed El-Hussein" userId="a035058f7507fc01" providerId="LiveId" clId="{37159C24-D6B3-42A1-8812-0C2C3CD6E1B7}" dt="2025-12-12T14:50:08.977" v="176"/>
          <ac:graphicFrameMkLst>
            <pc:docMk/>
            <pc:sldMk cId="3546108170" sldId="287"/>
            <ac:graphicFrameMk id="5" creationId="{CCC7E682-91DF-0F66-9150-7EC967DAE978}"/>
          </ac:graphicFrameMkLst>
        </pc:graphicFrameChg>
        <pc:graphicFrameChg chg="del mod">
          <ac:chgData name="Muhammed El-Hussein" userId="a035058f7507fc01" providerId="LiveId" clId="{37159C24-D6B3-42A1-8812-0C2C3CD6E1B7}" dt="2025-12-12T14:50:07.838" v="175" actId="478"/>
          <ac:graphicFrameMkLst>
            <pc:docMk/>
            <pc:sldMk cId="3546108170" sldId="287"/>
            <ac:graphicFrameMk id="16" creationId="{B19AFE39-CAEB-7E54-DC57-28410C995226}"/>
          </ac:graphicFrameMkLst>
        </pc:graphicFrameChg>
      </pc:sldChg>
    </pc:docChg>
  </pc:docChgLst>
  <pc:docChgLst>
    <pc:chgData name="Mohamed Wael" userId="4e5e6e9c2485174a" providerId="LiveId" clId="{E94C9920-CC77-4A72-A957-9500080BD0C1}"/>
    <pc:docChg chg="delSld">
      <pc:chgData name="Mohamed Wael" userId="4e5e6e9c2485174a" providerId="LiveId" clId="{E94C9920-CC77-4A72-A957-9500080BD0C1}" dt="2025-12-12T18:28:27.033" v="1" actId="2696"/>
      <pc:docMkLst>
        <pc:docMk/>
      </pc:docMkLst>
      <pc:sldChg chg="del">
        <pc:chgData name="Mohamed Wael" userId="4e5e6e9c2485174a" providerId="LiveId" clId="{E94C9920-CC77-4A72-A957-9500080BD0C1}" dt="2025-12-12T18:28:27.033" v="1" actId="2696"/>
        <pc:sldMkLst>
          <pc:docMk/>
          <pc:sldMk cId="3020523651" sldId="278"/>
        </pc:sldMkLst>
      </pc:sldChg>
      <pc:sldChg chg="del">
        <pc:chgData name="Mohamed Wael" userId="4e5e6e9c2485174a" providerId="LiveId" clId="{E94C9920-CC77-4A72-A957-9500080BD0C1}" dt="2025-12-12T18:28:13.834" v="0" actId="2696"/>
        <pc:sldMkLst>
          <pc:docMk/>
          <pc:sldMk cId="3747701491" sldId="279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37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38.png"/><Relationship Id="rId7" Type="http://schemas.openxmlformats.org/officeDocument/2006/relationships/image" Target="../media/image4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39.sv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53.png"/><Relationship Id="rId7" Type="http://schemas.openxmlformats.org/officeDocument/2006/relationships/image" Target="../media/image4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63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8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37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38.png"/><Relationship Id="rId7" Type="http://schemas.openxmlformats.org/officeDocument/2006/relationships/image" Target="../media/image4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39.sv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53.png"/><Relationship Id="rId7" Type="http://schemas.openxmlformats.org/officeDocument/2006/relationships/image" Target="../media/image4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63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8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8F5983-B72F-44D0-BCD1-72B808D15C36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EA100A8-B4A9-4251-9581-224C181EBD3B}">
      <dgm:prSet/>
      <dgm:spPr/>
      <dgm:t>
        <a:bodyPr/>
        <a:lstStyle/>
        <a:p>
          <a:r>
            <a:rPr lang="en-US" dirty="0"/>
            <a:t>Mohamed Wael Mohamed Safwat </a:t>
          </a:r>
        </a:p>
      </dgm:t>
    </dgm:pt>
    <dgm:pt modelId="{F7F2FAB3-11C7-49B4-BD03-8666981C4B7F}" type="parTrans" cxnId="{16207125-39CF-4F16-9790-55DB3566CBE6}">
      <dgm:prSet/>
      <dgm:spPr/>
      <dgm:t>
        <a:bodyPr/>
        <a:lstStyle/>
        <a:p>
          <a:endParaRPr lang="en-US"/>
        </a:p>
      </dgm:t>
    </dgm:pt>
    <dgm:pt modelId="{552E6FE2-8F05-43D9-9F7F-AEA79C524E9D}" type="sibTrans" cxnId="{16207125-39CF-4F16-9790-55DB3566CBE6}">
      <dgm:prSet/>
      <dgm:spPr/>
      <dgm:t>
        <a:bodyPr/>
        <a:lstStyle/>
        <a:p>
          <a:endParaRPr lang="en-US"/>
        </a:p>
      </dgm:t>
    </dgm:pt>
    <dgm:pt modelId="{90BD2A0F-A62A-469C-9D83-96C82BA6FAF4}">
      <dgm:prSet/>
      <dgm:spPr/>
      <dgm:t>
        <a:bodyPr/>
        <a:lstStyle/>
        <a:p>
          <a:r>
            <a:rPr lang="en-US"/>
            <a:t>Omar Mohamed Hassan </a:t>
          </a:r>
        </a:p>
      </dgm:t>
    </dgm:pt>
    <dgm:pt modelId="{145838CC-B617-4BC7-B03B-CAC623C1B491}" type="parTrans" cxnId="{BE008EED-501D-4A82-B3AB-6980AEC7DE87}">
      <dgm:prSet/>
      <dgm:spPr/>
      <dgm:t>
        <a:bodyPr/>
        <a:lstStyle/>
        <a:p>
          <a:endParaRPr lang="en-US"/>
        </a:p>
      </dgm:t>
    </dgm:pt>
    <dgm:pt modelId="{EAC06323-C8B5-41F0-9168-9BDC8E8E270B}" type="sibTrans" cxnId="{BE008EED-501D-4A82-B3AB-6980AEC7DE87}">
      <dgm:prSet/>
      <dgm:spPr/>
      <dgm:t>
        <a:bodyPr/>
        <a:lstStyle/>
        <a:p>
          <a:endParaRPr lang="en-US"/>
        </a:p>
      </dgm:t>
    </dgm:pt>
    <dgm:pt modelId="{ECC0019F-8A5D-42A2-AF8F-3075794B7F99}">
      <dgm:prSet/>
      <dgm:spPr/>
      <dgm:t>
        <a:bodyPr/>
        <a:lstStyle/>
        <a:p>
          <a:r>
            <a:rPr lang="en-US" dirty="0"/>
            <a:t>Muhammed El-Hussein Taha </a:t>
          </a:r>
        </a:p>
      </dgm:t>
    </dgm:pt>
    <dgm:pt modelId="{0185EDAB-0AD2-4650-BAAC-64885CC33BDB}" type="parTrans" cxnId="{A28593DB-4053-4D9D-84DE-E739E210A8D2}">
      <dgm:prSet/>
      <dgm:spPr/>
      <dgm:t>
        <a:bodyPr/>
        <a:lstStyle/>
        <a:p>
          <a:endParaRPr lang="en-US"/>
        </a:p>
      </dgm:t>
    </dgm:pt>
    <dgm:pt modelId="{7CA6520C-F58C-4A03-8F7F-ABC43F70FE98}" type="sibTrans" cxnId="{A28593DB-4053-4D9D-84DE-E739E210A8D2}">
      <dgm:prSet/>
      <dgm:spPr/>
      <dgm:t>
        <a:bodyPr/>
        <a:lstStyle/>
        <a:p>
          <a:endParaRPr lang="en-US"/>
        </a:p>
      </dgm:t>
    </dgm:pt>
    <dgm:pt modelId="{CB444F5F-667B-4A2E-9484-DFA08FB17862}">
      <dgm:prSet/>
      <dgm:spPr/>
      <dgm:t>
        <a:bodyPr/>
        <a:lstStyle/>
        <a:p>
          <a:r>
            <a:rPr lang="en-US"/>
            <a:t>Omar Magdy Mahmoud</a:t>
          </a:r>
        </a:p>
      </dgm:t>
    </dgm:pt>
    <dgm:pt modelId="{5FEF2E68-50AD-4FCF-A9F1-3714C05CA826}" type="parTrans" cxnId="{CA6594C5-70EA-4984-A56B-924DA3A61A30}">
      <dgm:prSet/>
      <dgm:spPr/>
      <dgm:t>
        <a:bodyPr/>
        <a:lstStyle/>
        <a:p>
          <a:endParaRPr lang="en-US"/>
        </a:p>
      </dgm:t>
    </dgm:pt>
    <dgm:pt modelId="{3F156F26-225F-40BC-A8D5-4FB22B5B714A}" type="sibTrans" cxnId="{CA6594C5-70EA-4984-A56B-924DA3A61A30}">
      <dgm:prSet/>
      <dgm:spPr/>
      <dgm:t>
        <a:bodyPr/>
        <a:lstStyle/>
        <a:p>
          <a:endParaRPr lang="en-US"/>
        </a:p>
      </dgm:t>
    </dgm:pt>
    <dgm:pt modelId="{66421995-9655-4E7B-89C3-0103290E92D1}">
      <dgm:prSet/>
      <dgm:spPr/>
      <dgm:t>
        <a:bodyPr/>
        <a:lstStyle/>
        <a:p>
          <a:r>
            <a:rPr lang="en-US" dirty="0"/>
            <a:t>Abdelrahman Amr Ahmed</a:t>
          </a:r>
        </a:p>
      </dgm:t>
    </dgm:pt>
    <dgm:pt modelId="{06980644-A381-4BAF-9E43-616552908309}" type="parTrans" cxnId="{5B29E77E-EA8C-44B8-A898-A130592B8589}">
      <dgm:prSet/>
      <dgm:spPr/>
      <dgm:t>
        <a:bodyPr/>
        <a:lstStyle/>
        <a:p>
          <a:endParaRPr lang="en-US"/>
        </a:p>
      </dgm:t>
    </dgm:pt>
    <dgm:pt modelId="{A9D21511-E682-459A-854B-2B3F650F9E50}" type="sibTrans" cxnId="{5B29E77E-EA8C-44B8-A898-A130592B8589}">
      <dgm:prSet/>
      <dgm:spPr/>
      <dgm:t>
        <a:bodyPr/>
        <a:lstStyle/>
        <a:p>
          <a:endParaRPr lang="en-US"/>
        </a:p>
      </dgm:t>
    </dgm:pt>
    <dgm:pt modelId="{3FECDDED-25FE-4C76-9570-B326FD057F63}" type="pres">
      <dgm:prSet presAssocID="{568F5983-B72F-44D0-BCD1-72B808D15C36}" presName="vert0" presStyleCnt="0">
        <dgm:presLayoutVars>
          <dgm:dir/>
          <dgm:animOne val="branch"/>
          <dgm:animLvl val="lvl"/>
        </dgm:presLayoutVars>
      </dgm:prSet>
      <dgm:spPr/>
    </dgm:pt>
    <dgm:pt modelId="{14FB961F-D619-4B08-9EEF-2F445BBC3A90}" type="pres">
      <dgm:prSet presAssocID="{DEA100A8-B4A9-4251-9581-224C181EBD3B}" presName="thickLine" presStyleLbl="alignNode1" presStyleIdx="0" presStyleCnt="5"/>
      <dgm:spPr/>
    </dgm:pt>
    <dgm:pt modelId="{806D6039-5964-4B0F-A00D-4BDA740B5B07}" type="pres">
      <dgm:prSet presAssocID="{DEA100A8-B4A9-4251-9581-224C181EBD3B}" presName="horz1" presStyleCnt="0"/>
      <dgm:spPr/>
    </dgm:pt>
    <dgm:pt modelId="{D55A98A7-6CB8-4A4C-B503-4AC6C04232E1}" type="pres">
      <dgm:prSet presAssocID="{DEA100A8-B4A9-4251-9581-224C181EBD3B}" presName="tx1" presStyleLbl="revTx" presStyleIdx="0" presStyleCnt="5"/>
      <dgm:spPr/>
    </dgm:pt>
    <dgm:pt modelId="{7FE69863-27A3-4CB8-818D-EB41664EEC31}" type="pres">
      <dgm:prSet presAssocID="{DEA100A8-B4A9-4251-9581-224C181EBD3B}" presName="vert1" presStyleCnt="0"/>
      <dgm:spPr/>
    </dgm:pt>
    <dgm:pt modelId="{280AE732-89ED-42BA-A100-6AAD0D47B1A4}" type="pres">
      <dgm:prSet presAssocID="{90BD2A0F-A62A-469C-9D83-96C82BA6FAF4}" presName="thickLine" presStyleLbl="alignNode1" presStyleIdx="1" presStyleCnt="5"/>
      <dgm:spPr/>
    </dgm:pt>
    <dgm:pt modelId="{3323C25C-FA75-4ED0-B5E8-736E39A42F7A}" type="pres">
      <dgm:prSet presAssocID="{90BD2A0F-A62A-469C-9D83-96C82BA6FAF4}" presName="horz1" presStyleCnt="0"/>
      <dgm:spPr/>
    </dgm:pt>
    <dgm:pt modelId="{7E138342-2FE4-42AA-8D3A-5ABCED0A8CB8}" type="pres">
      <dgm:prSet presAssocID="{90BD2A0F-A62A-469C-9D83-96C82BA6FAF4}" presName="tx1" presStyleLbl="revTx" presStyleIdx="1" presStyleCnt="5"/>
      <dgm:spPr/>
    </dgm:pt>
    <dgm:pt modelId="{57725415-73C4-4C9D-AC1E-CD2B43FCF9AF}" type="pres">
      <dgm:prSet presAssocID="{90BD2A0F-A62A-469C-9D83-96C82BA6FAF4}" presName="vert1" presStyleCnt="0"/>
      <dgm:spPr/>
    </dgm:pt>
    <dgm:pt modelId="{80B2DC5E-0597-4055-8D23-30EEC019F34D}" type="pres">
      <dgm:prSet presAssocID="{ECC0019F-8A5D-42A2-AF8F-3075794B7F99}" presName="thickLine" presStyleLbl="alignNode1" presStyleIdx="2" presStyleCnt="5"/>
      <dgm:spPr/>
    </dgm:pt>
    <dgm:pt modelId="{E0239710-DB08-470F-920F-066D0E0C231C}" type="pres">
      <dgm:prSet presAssocID="{ECC0019F-8A5D-42A2-AF8F-3075794B7F99}" presName="horz1" presStyleCnt="0"/>
      <dgm:spPr/>
    </dgm:pt>
    <dgm:pt modelId="{A3036030-6EC7-4776-A93A-0C5FB6E160AD}" type="pres">
      <dgm:prSet presAssocID="{ECC0019F-8A5D-42A2-AF8F-3075794B7F99}" presName="tx1" presStyleLbl="revTx" presStyleIdx="2" presStyleCnt="5"/>
      <dgm:spPr/>
    </dgm:pt>
    <dgm:pt modelId="{2B35668C-9989-4468-9768-D79FD1264E8F}" type="pres">
      <dgm:prSet presAssocID="{ECC0019F-8A5D-42A2-AF8F-3075794B7F99}" presName="vert1" presStyleCnt="0"/>
      <dgm:spPr/>
    </dgm:pt>
    <dgm:pt modelId="{28D02385-8431-4968-A646-D531CBB1E00F}" type="pres">
      <dgm:prSet presAssocID="{CB444F5F-667B-4A2E-9484-DFA08FB17862}" presName="thickLine" presStyleLbl="alignNode1" presStyleIdx="3" presStyleCnt="5"/>
      <dgm:spPr/>
    </dgm:pt>
    <dgm:pt modelId="{4BD13BCE-FB08-43F6-81E3-F768D24FCCB0}" type="pres">
      <dgm:prSet presAssocID="{CB444F5F-667B-4A2E-9484-DFA08FB17862}" presName="horz1" presStyleCnt="0"/>
      <dgm:spPr/>
    </dgm:pt>
    <dgm:pt modelId="{57E85AD3-C25D-46A8-96A0-11BEDD3B5BC3}" type="pres">
      <dgm:prSet presAssocID="{CB444F5F-667B-4A2E-9484-DFA08FB17862}" presName="tx1" presStyleLbl="revTx" presStyleIdx="3" presStyleCnt="5"/>
      <dgm:spPr/>
    </dgm:pt>
    <dgm:pt modelId="{CDBE3896-BA1D-418A-920A-285265D331FE}" type="pres">
      <dgm:prSet presAssocID="{CB444F5F-667B-4A2E-9484-DFA08FB17862}" presName="vert1" presStyleCnt="0"/>
      <dgm:spPr/>
    </dgm:pt>
    <dgm:pt modelId="{D9A06E3C-74E6-4F90-B0AE-99C5E1F0C255}" type="pres">
      <dgm:prSet presAssocID="{66421995-9655-4E7B-89C3-0103290E92D1}" presName="thickLine" presStyleLbl="alignNode1" presStyleIdx="4" presStyleCnt="5"/>
      <dgm:spPr/>
    </dgm:pt>
    <dgm:pt modelId="{AB04F351-EB77-45F8-9D65-58AD3BBE208D}" type="pres">
      <dgm:prSet presAssocID="{66421995-9655-4E7B-89C3-0103290E92D1}" presName="horz1" presStyleCnt="0"/>
      <dgm:spPr/>
    </dgm:pt>
    <dgm:pt modelId="{739A2934-1432-4285-A21D-129B192AFB06}" type="pres">
      <dgm:prSet presAssocID="{66421995-9655-4E7B-89C3-0103290E92D1}" presName="tx1" presStyleLbl="revTx" presStyleIdx="4" presStyleCnt="5"/>
      <dgm:spPr/>
    </dgm:pt>
    <dgm:pt modelId="{7FC5EEC6-D44F-42DD-B5F1-C5332F94210D}" type="pres">
      <dgm:prSet presAssocID="{66421995-9655-4E7B-89C3-0103290E92D1}" presName="vert1" presStyleCnt="0"/>
      <dgm:spPr/>
    </dgm:pt>
  </dgm:ptLst>
  <dgm:cxnLst>
    <dgm:cxn modelId="{16207125-39CF-4F16-9790-55DB3566CBE6}" srcId="{568F5983-B72F-44D0-BCD1-72B808D15C36}" destId="{DEA100A8-B4A9-4251-9581-224C181EBD3B}" srcOrd="0" destOrd="0" parTransId="{F7F2FAB3-11C7-49B4-BD03-8666981C4B7F}" sibTransId="{552E6FE2-8F05-43D9-9F7F-AEA79C524E9D}"/>
    <dgm:cxn modelId="{C13F1C27-E40D-47B0-B6BE-C211DA2CEDC2}" type="presOf" srcId="{DEA100A8-B4A9-4251-9581-224C181EBD3B}" destId="{D55A98A7-6CB8-4A4C-B503-4AC6C04232E1}" srcOrd="0" destOrd="0" presId="urn:microsoft.com/office/officeart/2008/layout/LinedList"/>
    <dgm:cxn modelId="{F850B437-EFC0-43D6-AED5-495F9922FCD4}" type="presOf" srcId="{90BD2A0F-A62A-469C-9D83-96C82BA6FAF4}" destId="{7E138342-2FE4-42AA-8D3A-5ABCED0A8CB8}" srcOrd="0" destOrd="0" presId="urn:microsoft.com/office/officeart/2008/layout/LinedList"/>
    <dgm:cxn modelId="{BE929E49-9D8A-4E6A-8B9C-EC23DC7C3265}" type="presOf" srcId="{CB444F5F-667B-4A2E-9484-DFA08FB17862}" destId="{57E85AD3-C25D-46A8-96A0-11BEDD3B5BC3}" srcOrd="0" destOrd="0" presId="urn:microsoft.com/office/officeart/2008/layout/LinedList"/>
    <dgm:cxn modelId="{5B29E77E-EA8C-44B8-A898-A130592B8589}" srcId="{568F5983-B72F-44D0-BCD1-72B808D15C36}" destId="{66421995-9655-4E7B-89C3-0103290E92D1}" srcOrd="4" destOrd="0" parTransId="{06980644-A381-4BAF-9E43-616552908309}" sibTransId="{A9D21511-E682-459A-854B-2B3F650F9E50}"/>
    <dgm:cxn modelId="{0B085D96-80A0-45CD-818B-8CA1324D2140}" type="presOf" srcId="{66421995-9655-4E7B-89C3-0103290E92D1}" destId="{739A2934-1432-4285-A21D-129B192AFB06}" srcOrd="0" destOrd="0" presId="urn:microsoft.com/office/officeart/2008/layout/LinedList"/>
    <dgm:cxn modelId="{5898E7B6-0157-493F-AEB9-750B7E05A9B8}" type="presOf" srcId="{ECC0019F-8A5D-42A2-AF8F-3075794B7F99}" destId="{A3036030-6EC7-4776-A93A-0C5FB6E160AD}" srcOrd="0" destOrd="0" presId="urn:microsoft.com/office/officeart/2008/layout/LinedList"/>
    <dgm:cxn modelId="{CA6594C5-70EA-4984-A56B-924DA3A61A30}" srcId="{568F5983-B72F-44D0-BCD1-72B808D15C36}" destId="{CB444F5F-667B-4A2E-9484-DFA08FB17862}" srcOrd="3" destOrd="0" parTransId="{5FEF2E68-50AD-4FCF-A9F1-3714C05CA826}" sibTransId="{3F156F26-225F-40BC-A8D5-4FB22B5B714A}"/>
    <dgm:cxn modelId="{A28593DB-4053-4D9D-84DE-E739E210A8D2}" srcId="{568F5983-B72F-44D0-BCD1-72B808D15C36}" destId="{ECC0019F-8A5D-42A2-AF8F-3075794B7F99}" srcOrd="2" destOrd="0" parTransId="{0185EDAB-0AD2-4650-BAAC-64885CC33BDB}" sibTransId="{7CA6520C-F58C-4A03-8F7F-ABC43F70FE98}"/>
    <dgm:cxn modelId="{401F40DD-63D7-4535-B51F-716D9AFA18E9}" type="presOf" srcId="{568F5983-B72F-44D0-BCD1-72B808D15C36}" destId="{3FECDDED-25FE-4C76-9570-B326FD057F63}" srcOrd="0" destOrd="0" presId="urn:microsoft.com/office/officeart/2008/layout/LinedList"/>
    <dgm:cxn modelId="{BE008EED-501D-4A82-B3AB-6980AEC7DE87}" srcId="{568F5983-B72F-44D0-BCD1-72B808D15C36}" destId="{90BD2A0F-A62A-469C-9D83-96C82BA6FAF4}" srcOrd="1" destOrd="0" parTransId="{145838CC-B617-4BC7-B03B-CAC623C1B491}" sibTransId="{EAC06323-C8B5-41F0-9168-9BDC8E8E270B}"/>
    <dgm:cxn modelId="{B7AF9AAE-0DDB-41BB-A9B3-C96C8947F93B}" type="presParOf" srcId="{3FECDDED-25FE-4C76-9570-B326FD057F63}" destId="{14FB961F-D619-4B08-9EEF-2F445BBC3A90}" srcOrd="0" destOrd="0" presId="urn:microsoft.com/office/officeart/2008/layout/LinedList"/>
    <dgm:cxn modelId="{DEF61640-8BB1-4309-BFB7-92BED30787B8}" type="presParOf" srcId="{3FECDDED-25FE-4C76-9570-B326FD057F63}" destId="{806D6039-5964-4B0F-A00D-4BDA740B5B07}" srcOrd="1" destOrd="0" presId="urn:microsoft.com/office/officeart/2008/layout/LinedList"/>
    <dgm:cxn modelId="{0117722E-656A-4508-909D-97B8F0B6C03F}" type="presParOf" srcId="{806D6039-5964-4B0F-A00D-4BDA740B5B07}" destId="{D55A98A7-6CB8-4A4C-B503-4AC6C04232E1}" srcOrd="0" destOrd="0" presId="urn:microsoft.com/office/officeart/2008/layout/LinedList"/>
    <dgm:cxn modelId="{2222E199-75DE-490A-8382-67E17597D4B6}" type="presParOf" srcId="{806D6039-5964-4B0F-A00D-4BDA740B5B07}" destId="{7FE69863-27A3-4CB8-818D-EB41664EEC31}" srcOrd="1" destOrd="0" presId="urn:microsoft.com/office/officeart/2008/layout/LinedList"/>
    <dgm:cxn modelId="{22F1613A-D309-498A-8690-29E48CF6BE2F}" type="presParOf" srcId="{3FECDDED-25FE-4C76-9570-B326FD057F63}" destId="{280AE732-89ED-42BA-A100-6AAD0D47B1A4}" srcOrd="2" destOrd="0" presId="urn:microsoft.com/office/officeart/2008/layout/LinedList"/>
    <dgm:cxn modelId="{4C98A6BF-BC34-4778-A506-11842EBE7176}" type="presParOf" srcId="{3FECDDED-25FE-4C76-9570-B326FD057F63}" destId="{3323C25C-FA75-4ED0-B5E8-736E39A42F7A}" srcOrd="3" destOrd="0" presId="urn:microsoft.com/office/officeart/2008/layout/LinedList"/>
    <dgm:cxn modelId="{63611D99-8FC9-41CA-A185-C38AB9160032}" type="presParOf" srcId="{3323C25C-FA75-4ED0-B5E8-736E39A42F7A}" destId="{7E138342-2FE4-42AA-8D3A-5ABCED0A8CB8}" srcOrd="0" destOrd="0" presId="urn:microsoft.com/office/officeart/2008/layout/LinedList"/>
    <dgm:cxn modelId="{D5D8367A-A06F-4A19-B357-69D89A87E9F9}" type="presParOf" srcId="{3323C25C-FA75-4ED0-B5E8-736E39A42F7A}" destId="{57725415-73C4-4C9D-AC1E-CD2B43FCF9AF}" srcOrd="1" destOrd="0" presId="urn:microsoft.com/office/officeart/2008/layout/LinedList"/>
    <dgm:cxn modelId="{221C4983-91EF-41E6-8F00-9F5CE2D4341B}" type="presParOf" srcId="{3FECDDED-25FE-4C76-9570-B326FD057F63}" destId="{80B2DC5E-0597-4055-8D23-30EEC019F34D}" srcOrd="4" destOrd="0" presId="urn:microsoft.com/office/officeart/2008/layout/LinedList"/>
    <dgm:cxn modelId="{1F22FE49-2588-4C2C-A035-B98AE41D83CF}" type="presParOf" srcId="{3FECDDED-25FE-4C76-9570-B326FD057F63}" destId="{E0239710-DB08-470F-920F-066D0E0C231C}" srcOrd="5" destOrd="0" presId="urn:microsoft.com/office/officeart/2008/layout/LinedList"/>
    <dgm:cxn modelId="{38764B4D-78CB-42B1-BEF4-DEA2C503BF3C}" type="presParOf" srcId="{E0239710-DB08-470F-920F-066D0E0C231C}" destId="{A3036030-6EC7-4776-A93A-0C5FB6E160AD}" srcOrd="0" destOrd="0" presId="urn:microsoft.com/office/officeart/2008/layout/LinedList"/>
    <dgm:cxn modelId="{FDA146A6-0BC0-424D-96EC-62EBF957A160}" type="presParOf" srcId="{E0239710-DB08-470F-920F-066D0E0C231C}" destId="{2B35668C-9989-4468-9768-D79FD1264E8F}" srcOrd="1" destOrd="0" presId="urn:microsoft.com/office/officeart/2008/layout/LinedList"/>
    <dgm:cxn modelId="{849A069D-04C6-440B-83C2-B17DE099DA8E}" type="presParOf" srcId="{3FECDDED-25FE-4C76-9570-B326FD057F63}" destId="{28D02385-8431-4968-A646-D531CBB1E00F}" srcOrd="6" destOrd="0" presId="urn:microsoft.com/office/officeart/2008/layout/LinedList"/>
    <dgm:cxn modelId="{A384B591-587A-4109-8F19-2CBD60BE3F65}" type="presParOf" srcId="{3FECDDED-25FE-4C76-9570-B326FD057F63}" destId="{4BD13BCE-FB08-43F6-81E3-F768D24FCCB0}" srcOrd="7" destOrd="0" presId="urn:microsoft.com/office/officeart/2008/layout/LinedList"/>
    <dgm:cxn modelId="{7875026F-3D62-44CF-B813-39300868E3CD}" type="presParOf" srcId="{4BD13BCE-FB08-43F6-81E3-F768D24FCCB0}" destId="{57E85AD3-C25D-46A8-96A0-11BEDD3B5BC3}" srcOrd="0" destOrd="0" presId="urn:microsoft.com/office/officeart/2008/layout/LinedList"/>
    <dgm:cxn modelId="{63311A9A-525A-4CD6-9D9A-4E56BFC9615A}" type="presParOf" srcId="{4BD13BCE-FB08-43F6-81E3-F768D24FCCB0}" destId="{CDBE3896-BA1D-418A-920A-285265D331FE}" srcOrd="1" destOrd="0" presId="urn:microsoft.com/office/officeart/2008/layout/LinedList"/>
    <dgm:cxn modelId="{B87E5F27-F4AD-4D54-8374-2CE9D5D47336}" type="presParOf" srcId="{3FECDDED-25FE-4C76-9570-B326FD057F63}" destId="{D9A06E3C-74E6-4F90-B0AE-99C5E1F0C255}" srcOrd="8" destOrd="0" presId="urn:microsoft.com/office/officeart/2008/layout/LinedList"/>
    <dgm:cxn modelId="{B8E3FEA2-4626-479F-8C7D-71F0B90C67C2}" type="presParOf" srcId="{3FECDDED-25FE-4C76-9570-B326FD057F63}" destId="{AB04F351-EB77-45F8-9D65-58AD3BBE208D}" srcOrd="9" destOrd="0" presId="urn:microsoft.com/office/officeart/2008/layout/LinedList"/>
    <dgm:cxn modelId="{2BF70B8E-7B51-4071-BAAB-12FB648C5075}" type="presParOf" srcId="{AB04F351-EB77-45F8-9D65-58AD3BBE208D}" destId="{739A2934-1432-4285-A21D-129B192AFB06}" srcOrd="0" destOrd="0" presId="urn:microsoft.com/office/officeart/2008/layout/LinedList"/>
    <dgm:cxn modelId="{FFD47734-90E4-4A68-852A-93D1A1546E75}" type="presParOf" srcId="{AB04F351-EB77-45F8-9D65-58AD3BBE208D}" destId="{7FC5EEC6-D44F-42DD-B5F1-C5332F9421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841537-1852-422E-AE38-D167060F27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5519AC6-E6CA-4A75-ADE0-6BCF8B7CBB52}">
      <dgm:prSet/>
      <dgm:spPr/>
      <dgm:t>
        <a:bodyPr/>
        <a:lstStyle/>
        <a:p>
          <a:r>
            <a:rPr lang="en-US" b="0" i="0" baseline="0"/>
            <a:t>Restaurants struggle to collect </a:t>
          </a:r>
          <a:r>
            <a:rPr lang="en-US" b="1" i="0" baseline="0"/>
            <a:t>real, honest feedback</a:t>
          </a:r>
          <a:r>
            <a:rPr lang="en-US" b="0" i="0" baseline="0"/>
            <a:t> from customers.</a:t>
          </a:r>
          <a:endParaRPr lang="en-US"/>
        </a:p>
      </dgm:t>
    </dgm:pt>
    <dgm:pt modelId="{FDE56E49-87DE-4C80-B0E5-5CD3F6042CD7}" type="parTrans" cxnId="{5A88E81D-29B8-4D10-8411-DB5402BC6905}">
      <dgm:prSet/>
      <dgm:spPr/>
      <dgm:t>
        <a:bodyPr/>
        <a:lstStyle/>
        <a:p>
          <a:endParaRPr lang="en-US"/>
        </a:p>
      </dgm:t>
    </dgm:pt>
    <dgm:pt modelId="{5D0EA032-56B7-4533-82B1-B9F1BDEED952}" type="sibTrans" cxnId="{5A88E81D-29B8-4D10-8411-DB5402BC6905}">
      <dgm:prSet/>
      <dgm:spPr/>
      <dgm:t>
        <a:bodyPr/>
        <a:lstStyle/>
        <a:p>
          <a:endParaRPr lang="en-US"/>
        </a:p>
      </dgm:t>
    </dgm:pt>
    <dgm:pt modelId="{6A3B8E54-B12A-4C7C-9F4F-05556D5BF471}">
      <dgm:prSet/>
      <dgm:spPr/>
      <dgm:t>
        <a:bodyPr/>
        <a:lstStyle/>
        <a:p>
          <a:r>
            <a:rPr lang="en-US" b="0" i="0" baseline="0"/>
            <a:t>Existing surveys are </a:t>
          </a:r>
          <a:r>
            <a:rPr lang="en-US" b="1" i="0" baseline="0"/>
            <a:t>too long</a:t>
          </a:r>
          <a:r>
            <a:rPr lang="en-US" b="0" i="0" baseline="0"/>
            <a:t>, </a:t>
          </a:r>
          <a:r>
            <a:rPr lang="en-US" b="1" i="0" baseline="0"/>
            <a:t>annoying</a:t>
          </a:r>
          <a:r>
            <a:rPr lang="en-US" b="0" i="0" baseline="0"/>
            <a:t>, or </a:t>
          </a:r>
          <a:r>
            <a:rPr lang="en-US" b="1" i="0" baseline="0"/>
            <a:t>ignored</a:t>
          </a:r>
          <a:r>
            <a:rPr lang="en-US" b="0" i="0" baseline="0"/>
            <a:t>.</a:t>
          </a:r>
          <a:endParaRPr lang="en-US"/>
        </a:p>
      </dgm:t>
    </dgm:pt>
    <dgm:pt modelId="{AAFCA060-E1B2-4EB0-B2CA-370DD6A09E64}" type="parTrans" cxnId="{5726588C-4182-49D1-A221-09BC4D7D6F1B}">
      <dgm:prSet/>
      <dgm:spPr/>
      <dgm:t>
        <a:bodyPr/>
        <a:lstStyle/>
        <a:p>
          <a:endParaRPr lang="en-US"/>
        </a:p>
      </dgm:t>
    </dgm:pt>
    <dgm:pt modelId="{06F2BDEA-3242-4B6D-BD68-397DDB38C6CC}" type="sibTrans" cxnId="{5726588C-4182-49D1-A221-09BC4D7D6F1B}">
      <dgm:prSet/>
      <dgm:spPr/>
      <dgm:t>
        <a:bodyPr/>
        <a:lstStyle/>
        <a:p>
          <a:endParaRPr lang="en-US"/>
        </a:p>
      </dgm:t>
    </dgm:pt>
    <dgm:pt modelId="{B4DC6540-6668-4762-AB66-8B1120AA4175}">
      <dgm:prSet/>
      <dgm:spPr/>
      <dgm:t>
        <a:bodyPr/>
        <a:lstStyle/>
        <a:p>
          <a:r>
            <a:rPr lang="en-US" b="0" i="0" baseline="0" dirty="0"/>
            <a:t>Managers have </a:t>
          </a:r>
          <a:r>
            <a:rPr lang="en-US" b="1" i="0" baseline="0" dirty="0"/>
            <a:t>no clear way</a:t>
          </a:r>
          <a:r>
            <a:rPr lang="en-US" b="0" i="0" baseline="0" dirty="0"/>
            <a:t> to understand meal performance.</a:t>
          </a:r>
          <a:endParaRPr lang="en-US" dirty="0"/>
        </a:p>
      </dgm:t>
    </dgm:pt>
    <dgm:pt modelId="{6BFBC1E9-A72A-4311-9886-3753B60EE6F5}" type="parTrans" cxnId="{F7E94702-DC0D-4B78-9E6E-76087DD3A28D}">
      <dgm:prSet/>
      <dgm:spPr/>
      <dgm:t>
        <a:bodyPr/>
        <a:lstStyle/>
        <a:p>
          <a:endParaRPr lang="en-US"/>
        </a:p>
      </dgm:t>
    </dgm:pt>
    <dgm:pt modelId="{C859D98A-5BF5-4589-9DB5-52E2E0B5B37B}" type="sibTrans" cxnId="{F7E94702-DC0D-4B78-9E6E-76087DD3A28D}">
      <dgm:prSet/>
      <dgm:spPr/>
      <dgm:t>
        <a:bodyPr/>
        <a:lstStyle/>
        <a:p>
          <a:endParaRPr lang="en-US"/>
        </a:p>
      </dgm:t>
    </dgm:pt>
    <dgm:pt modelId="{57B18258-A0D3-4233-A85D-8500850AC7DB}">
      <dgm:prSet/>
      <dgm:spPr/>
      <dgm:t>
        <a:bodyPr/>
        <a:lstStyle/>
        <a:p>
          <a:r>
            <a:rPr lang="en-US" b="0" i="0" baseline="0" dirty="0"/>
            <a:t>No insights into why some meals succeed and others fail.</a:t>
          </a:r>
          <a:endParaRPr lang="en-US" dirty="0"/>
        </a:p>
      </dgm:t>
    </dgm:pt>
    <dgm:pt modelId="{1820E57E-B4FC-4BC4-AD35-7BE1512BC75E}" type="parTrans" cxnId="{E4E342D1-4DB5-49D8-9A8D-AC41398BFA44}">
      <dgm:prSet/>
      <dgm:spPr/>
      <dgm:t>
        <a:bodyPr/>
        <a:lstStyle/>
        <a:p>
          <a:endParaRPr lang="en-US"/>
        </a:p>
      </dgm:t>
    </dgm:pt>
    <dgm:pt modelId="{7C27EB81-39E6-4544-828C-8B92B3644A90}" type="sibTrans" cxnId="{E4E342D1-4DB5-49D8-9A8D-AC41398BFA44}">
      <dgm:prSet/>
      <dgm:spPr/>
      <dgm:t>
        <a:bodyPr/>
        <a:lstStyle/>
        <a:p>
          <a:endParaRPr lang="en-US"/>
        </a:p>
      </dgm:t>
    </dgm:pt>
    <dgm:pt modelId="{16D296B9-B6FC-4591-A197-A6D2DC522156}">
      <dgm:prSet/>
      <dgm:spPr/>
      <dgm:t>
        <a:bodyPr/>
        <a:lstStyle/>
        <a:p>
          <a:r>
            <a:rPr lang="en-US" b="0" i="0" baseline="0" dirty="0"/>
            <a:t>Feedback is </a:t>
          </a:r>
          <a:r>
            <a:rPr lang="en-US" b="1" i="0" baseline="0" dirty="0"/>
            <a:t>not structured</a:t>
          </a:r>
          <a:r>
            <a:rPr lang="en-US" b="0" i="0" baseline="0" dirty="0"/>
            <a:t> for improvement.</a:t>
          </a:r>
          <a:endParaRPr lang="en-US" dirty="0"/>
        </a:p>
      </dgm:t>
    </dgm:pt>
    <dgm:pt modelId="{730805E4-186A-4935-A4FB-7C10B0A69BBB}" type="parTrans" cxnId="{D312471E-A1D2-4D46-BC7A-5FA69EDF4162}">
      <dgm:prSet/>
      <dgm:spPr/>
      <dgm:t>
        <a:bodyPr/>
        <a:lstStyle/>
        <a:p>
          <a:endParaRPr lang="en-US"/>
        </a:p>
      </dgm:t>
    </dgm:pt>
    <dgm:pt modelId="{1BAB187A-EC29-4F62-9103-E1D980003D86}" type="sibTrans" cxnId="{D312471E-A1D2-4D46-BC7A-5FA69EDF4162}">
      <dgm:prSet/>
      <dgm:spPr/>
      <dgm:t>
        <a:bodyPr/>
        <a:lstStyle/>
        <a:p>
          <a:endParaRPr lang="en-US"/>
        </a:p>
      </dgm:t>
    </dgm:pt>
    <dgm:pt modelId="{C306CE20-13E6-4E63-A6CF-32726934E57A}">
      <dgm:prSet/>
      <dgm:spPr/>
      <dgm:t>
        <a:bodyPr/>
        <a:lstStyle/>
        <a:p>
          <a:r>
            <a:rPr lang="en-US" b="0" i="0" baseline="0" dirty="0"/>
            <a:t>Customers rarely feel encouraged to give reviews.</a:t>
          </a:r>
          <a:br>
            <a:rPr lang="en-US" b="0" i="0" baseline="0" dirty="0"/>
          </a:br>
          <a:endParaRPr lang="en-US" dirty="0"/>
        </a:p>
      </dgm:t>
    </dgm:pt>
    <dgm:pt modelId="{7837DCEE-A5A9-4817-B17F-F97F585C9964}" type="parTrans" cxnId="{8ADF8BE6-363F-4A11-BE7D-CF6A75DA15CE}">
      <dgm:prSet/>
      <dgm:spPr/>
      <dgm:t>
        <a:bodyPr/>
        <a:lstStyle/>
        <a:p>
          <a:endParaRPr lang="en-US"/>
        </a:p>
      </dgm:t>
    </dgm:pt>
    <dgm:pt modelId="{855E8708-B174-4F75-B08F-DDB7BA67D942}" type="sibTrans" cxnId="{8ADF8BE6-363F-4A11-BE7D-CF6A75DA15CE}">
      <dgm:prSet/>
      <dgm:spPr/>
      <dgm:t>
        <a:bodyPr/>
        <a:lstStyle/>
        <a:p>
          <a:endParaRPr lang="en-US"/>
        </a:p>
      </dgm:t>
    </dgm:pt>
    <dgm:pt modelId="{7679426F-22C9-435D-A0F0-9C9438946F2A}" type="pres">
      <dgm:prSet presAssocID="{70841537-1852-422E-AE38-D167060F2750}" presName="root" presStyleCnt="0">
        <dgm:presLayoutVars>
          <dgm:dir/>
          <dgm:resizeHandles val="exact"/>
        </dgm:presLayoutVars>
      </dgm:prSet>
      <dgm:spPr/>
    </dgm:pt>
    <dgm:pt modelId="{5E13FD97-5F18-4789-AA01-D0A518AB8753}" type="pres">
      <dgm:prSet presAssocID="{A5519AC6-E6CA-4A75-ADE0-6BCF8B7CBB52}" presName="compNode" presStyleCnt="0"/>
      <dgm:spPr/>
    </dgm:pt>
    <dgm:pt modelId="{9DA76B39-FC88-4135-A36E-8EB6400AE59C}" type="pres">
      <dgm:prSet presAssocID="{A5519AC6-E6CA-4A75-ADE0-6BCF8B7CBB52}" presName="bgRect" presStyleLbl="bgShp" presStyleIdx="0" presStyleCnt="6"/>
      <dgm:spPr/>
    </dgm:pt>
    <dgm:pt modelId="{B0A22E56-A8CC-4657-BE09-6173B9A9A92C}" type="pres">
      <dgm:prSet presAssocID="{A5519AC6-E6CA-4A75-ADE0-6BCF8B7CBB5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co"/>
        </a:ext>
      </dgm:extLst>
    </dgm:pt>
    <dgm:pt modelId="{4235C6EA-6A74-4D4B-BCDA-8F24C80F7A83}" type="pres">
      <dgm:prSet presAssocID="{A5519AC6-E6CA-4A75-ADE0-6BCF8B7CBB52}" presName="spaceRect" presStyleCnt="0"/>
      <dgm:spPr/>
    </dgm:pt>
    <dgm:pt modelId="{AE0DAAF8-2F49-4B58-86E2-ABA8D014EA04}" type="pres">
      <dgm:prSet presAssocID="{A5519AC6-E6CA-4A75-ADE0-6BCF8B7CBB52}" presName="parTx" presStyleLbl="revTx" presStyleIdx="0" presStyleCnt="6">
        <dgm:presLayoutVars>
          <dgm:chMax val="0"/>
          <dgm:chPref val="0"/>
        </dgm:presLayoutVars>
      </dgm:prSet>
      <dgm:spPr/>
    </dgm:pt>
    <dgm:pt modelId="{27F44024-069E-4DA8-9E6C-706C90DA3ED3}" type="pres">
      <dgm:prSet presAssocID="{5D0EA032-56B7-4533-82B1-B9F1BDEED952}" presName="sibTrans" presStyleCnt="0"/>
      <dgm:spPr/>
    </dgm:pt>
    <dgm:pt modelId="{77D2FD54-156F-4816-A520-DDCBD40DA728}" type="pres">
      <dgm:prSet presAssocID="{6A3B8E54-B12A-4C7C-9F4F-05556D5BF471}" presName="compNode" presStyleCnt="0"/>
      <dgm:spPr/>
    </dgm:pt>
    <dgm:pt modelId="{E6BFDC89-AC0B-4A7C-96FC-7425950B164C}" type="pres">
      <dgm:prSet presAssocID="{6A3B8E54-B12A-4C7C-9F4F-05556D5BF471}" presName="bgRect" presStyleLbl="bgShp" presStyleIdx="1" presStyleCnt="6"/>
      <dgm:spPr/>
    </dgm:pt>
    <dgm:pt modelId="{C57778BA-AAB8-402A-A037-51F8916836C5}" type="pres">
      <dgm:prSet presAssocID="{6A3B8E54-B12A-4C7C-9F4F-05556D5BF47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DAED328F-ACB5-4680-900A-CE4F755CD29A}" type="pres">
      <dgm:prSet presAssocID="{6A3B8E54-B12A-4C7C-9F4F-05556D5BF471}" presName="spaceRect" presStyleCnt="0"/>
      <dgm:spPr/>
    </dgm:pt>
    <dgm:pt modelId="{887FD3CC-0E1E-4C00-AF2F-BE3EF764B3A6}" type="pres">
      <dgm:prSet presAssocID="{6A3B8E54-B12A-4C7C-9F4F-05556D5BF471}" presName="parTx" presStyleLbl="revTx" presStyleIdx="1" presStyleCnt="6">
        <dgm:presLayoutVars>
          <dgm:chMax val="0"/>
          <dgm:chPref val="0"/>
        </dgm:presLayoutVars>
      </dgm:prSet>
      <dgm:spPr/>
    </dgm:pt>
    <dgm:pt modelId="{6C2C6C33-0F10-451D-9507-F78F9C4177A8}" type="pres">
      <dgm:prSet presAssocID="{06F2BDEA-3242-4B6D-BD68-397DDB38C6CC}" presName="sibTrans" presStyleCnt="0"/>
      <dgm:spPr/>
    </dgm:pt>
    <dgm:pt modelId="{445A7DB5-C242-4C82-8B41-F8793DCB87B7}" type="pres">
      <dgm:prSet presAssocID="{B4DC6540-6668-4762-AB66-8B1120AA4175}" presName="compNode" presStyleCnt="0"/>
      <dgm:spPr/>
    </dgm:pt>
    <dgm:pt modelId="{69A01DF8-3EFC-44AD-A31E-2917319B8C71}" type="pres">
      <dgm:prSet presAssocID="{B4DC6540-6668-4762-AB66-8B1120AA4175}" presName="bgRect" presStyleLbl="bgShp" presStyleIdx="2" presStyleCnt="6"/>
      <dgm:spPr/>
    </dgm:pt>
    <dgm:pt modelId="{53195121-27DE-48E2-9E31-769D1FF95E34}" type="pres">
      <dgm:prSet presAssocID="{B4DC6540-6668-4762-AB66-8B1120AA417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 with solid fill"/>
        </a:ext>
      </dgm:extLst>
    </dgm:pt>
    <dgm:pt modelId="{940D9E86-9D70-4D0D-88EF-16C1458E1D59}" type="pres">
      <dgm:prSet presAssocID="{B4DC6540-6668-4762-AB66-8B1120AA4175}" presName="spaceRect" presStyleCnt="0"/>
      <dgm:spPr/>
    </dgm:pt>
    <dgm:pt modelId="{E18E9DC9-E827-4CF1-87EA-96E5800FCC2C}" type="pres">
      <dgm:prSet presAssocID="{B4DC6540-6668-4762-AB66-8B1120AA4175}" presName="parTx" presStyleLbl="revTx" presStyleIdx="2" presStyleCnt="6">
        <dgm:presLayoutVars>
          <dgm:chMax val="0"/>
          <dgm:chPref val="0"/>
        </dgm:presLayoutVars>
      </dgm:prSet>
      <dgm:spPr/>
    </dgm:pt>
    <dgm:pt modelId="{C536E476-D6BA-4811-9313-2B3E7E8B8419}" type="pres">
      <dgm:prSet presAssocID="{C859D98A-5BF5-4589-9DB5-52E2E0B5B37B}" presName="sibTrans" presStyleCnt="0"/>
      <dgm:spPr/>
    </dgm:pt>
    <dgm:pt modelId="{23B55E50-2EC9-4D39-A6B2-62C5D97ACB10}" type="pres">
      <dgm:prSet presAssocID="{57B18258-A0D3-4233-A85D-8500850AC7DB}" presName="compNode" presStyleCnt="0"/>
      <dgm:spPr/>
    </dgm:pt>
    <dgm:pt modelId="{D24864B7-048A-4FBB-9515-697E8A1D03CA}" type="pres">
      <dgm:prSet presAssocID="{57B18258-A0D3-4233-A85D-8500850AC7DB}" presName="bgRect" presStyleLbl="bgShp" presStyleIdx="3" presStyleCnt="6"/>
      <dgm:spPr/>
    </dgm:pt>
    <dgm:pt modelId="{AEFFEE14-1A0D-4532-BE3D-69E487FEC0B1}" type="pres">
      <dgm:prSet presAssocID="{57B18258-A0D3-4233-A85D-8500850AC7D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A951A816-AE26-4547-A94F-22EA05CFB803}" type="pres">
      <dgm:prSet presAssocID="{57B18258-A0D3-4233-A85D-8500850AC7DB}" presName="spaceRect" presStyleCnt="0"/>
      <dgm:spPr/>
    </dgm:pt>
    <dgm:pt modelId="{F322C509-C86B-4686-BA53-62EC9888021D}" type="pres">
      <dgm:prSet presAssocID="{57B18258-A0D3-4233-A85D-8500850AC7DB}" presName="parTx" presStyleLbl="revTx" presStyleIdx="3" presStyleCnt="6">
        <dgm:presLayoutVars>
          <dgm:chMax val="0"/>
          <dgm:chPref val="0"/>
        </dgm:presLayoutVars>
      </dgm:prSet>
      <dgm:spPr/>
    </dgm:pt>
    <dgm:pt modelId="{0FDD5471-EF58-48E4-8AC6-65DE0A16ACE3}" type="pres">
      <dgm:prSet presAssocID="{7C27EB81-39E6-4544-828C-8B92B3644A90}" presName="sibTrans" presStyleCnt="0"/>
      <dgm:spPr/>
    </dgm:pt>
    <dgm:pt modelId="{A965853D-FA36-477E-9B5A-AAC77F22EB8D}" type="pres">
      <dgm:prSet presAssocID="{16D296B9-B6FC-4591-A197-A6D2DC522156}" presName="compNode" presStyleCnt="0"/>
      <dgm:spPr/>
    </dgm:pt>
    <dgm:pt modelId="{BC971316-28F3-4443-AC60-E7DB42B0D7E7}" type="pres">
      <dgm:prSet presAssocID="{16D296B9-B6FC-4591-A197-A6D2DC522156}" presName="bgRect" presStyleLbl="bgShp" presStyleIdx="4" presStyleCnt="6"/>
      <dgm:spPr/>
    </dgm:pt>
    <dgm:pt modelId="{A168A107-E3C5-46FB-A717-391B274A21A1}" type="pres">
      <dgm:prSet presAssocID="{16D296B9-B6FC-4591-A197-A6D2DC52215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solid fill with solid fill"/>
        </a:ext>
      </dgm:extLst>
    </dgm:pt>
    <dgm:pt modelId="{A7EC6754-8882-48AF-A6A3-861B854E1AEE}" type="pres">
      <dgm:prSet presAssocID="{16D296B9-B6FC-4591-A197-A6D2DC522156}" presName="spaceRect" presStyleCnt="0"/>
      <dgm:spPr/>
    </dgm:pt>
    <dgm:pt modelId="{92CED198-5C04-47F1-8F9E-2672CDDBD98A}" type="pres">
      <dgm:prSet presAssocID="{16D296B9-B6FC-4591-A197-A6D2DC522156}" presName="parTx" presStyleLbl="revTx" presStyleIdx="4" presStyleCnt="6">
        <dgm:presLayoutVars>
          <dgm:chMax val="0"/>
          <dgm:chPref val="0"/>
        </dgm:presLayoutVars>
      </dgm:prSet>
      <dgm:spPr/>
    </dgm:pt>
    <dgm:pt modelId="{D1735EFA-2153-4BB0-8FE6-7E5C0754E800}" type="pres">
      <dgm:prSet presAssocID="{1BAB187A-EC29-4F62-9103-E1D980003D86}" presName="sibTrans" presStyleCnt="0"/>
      <dgm:spPr/>
    </dgm:pt>
    <dgm:pt modelId="{0F8CF5CC-1879-4FFD-BE5C-F884FD296728}" type="pres">
      <dgm:prSet presAssocID="{C306CE20-13E6-4E63-A6CF-32726934E57A}" presName="compNode" presStyleCnt="0"/>
      <dgm:spPr/>
    </dgm:pt>
    <dgm:pt modelId="{38C2635F-4AEE-4F40-ABA6-4F9C12F548FD}" type="pres">
      <dgm:prSet presAssocID="{C306CE20-13E6-4E63-A6CF-32726934E57A}" presName="bgRect" presStyleLbl="bgShp" presStyleIdx="5" presStyleCnt="6"/>
      <dgm:spPr/>
    </dgm:pt>
    <dgm:pt modelId="{F038B8BD-87E4-430D-A4CA-B6B00A2053FE}" type="pres">
      <dgm:prSet presAssocID="{C306CE20-13E6-4E63-A6CF-32726934E57A}" presName="iconRect" presStyleLbl="node1" presStyleIdx="5" presStyleCnt="6"/>
      <dgm:spPr>
        <a:blipFill rotWithShape="1"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Outline"/>
        </a:ext>
      </dgm:extLst>
    </dgm:pt>
    <dgm:pt modelId="{23D8BF2B-218F-47A8-A1E6-A0E45D54C6EA}" type="pres">
      <dgm:prSet presAssocID="{C306CE20-13E6-4E63-A6CF-32726934E57A}" presName="spaceRect" presStyleCnt="0"/>
      <dgm:spPr/>
    </dgm:pt>
    <dgm:pt modelId="{13B4CFE3-926C-4EFE-99FB-A227E6AE989D}" type="pres">
      <dgm:prSet presAssocID="{C306CE20-13E6-4E63-A6CF-32726934E57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7E94702-DC0D-4B78-9E6E-76087DD3A28D}" srcId="{70841537-1852-422E-AE38-D167060F2750}" destId="{B4DC6540-6668-4762-AB66-8B1120AA4175}" srcOrd="2" destOrd="0" parTransId="{6BFBC1E9-A72A-4311-9886-3753B60EE6F5}" sibTransId="{C859D98A-5BF5-4589-9DB5-52E2E0B5B37B}"/>
    <dgm:cxn modelId="{FF07811C-E50C-4ACF-A92C-D318F7C9E645}" type="presOf" srcId="{6A3B8E54-B12A-4C7C-9F4F-05556D5BF471}" destId="{887FD3CC-0E1E-4C00-AF2F-BE3EF764B3A6}" srcOrd="0" destOrd="0" presId="urn:microsoft.com/office/officeart/2018/2/layout/IconVerticalSolidList"/>
    <dgm:cxn modelId="{5A88E81D-29B8-4D10-8411-DB5402BC6905}" srcId="{70841537-1852-422E-AE38-D167060F2750}" destId="{A5519AC6-E6CA-4A75-ADE0-6BCF8B7CBB52}" srcOrd="0" destOrd="0" parTransId="{FDE56E49-87DE-4C80-B0E5-5CD3F6042CD7}" sibTransId="{5D0EA032-56B7-4533-82B1-B9F1BDEED952}"/>
    <dgm:cxn modelId="{D312471E-A1D2-4D46-BC7A-5FA69EDF4162}" srcId="{70841537-1852-422E-AE38-D167060F2750}" destId="{16D296B9-B6FC-4591-A197-A6D2DC522156}" srcOrd="4" destOrd="0" parTransId="{730805E4-186A-4935-A4FB-7C10B0A69BBB}" sibTransId="{1BAB187A-EC29-4F62-9103-E1D980003D86}"/>
    <dgm:cxn modelId="{149A0D25-0F5C-4DC5-BA76-A179B54A669C}" type="presOf" srcId="{B4DC6540-6668-4762-AB66-8B1120AA4175}" destId="{E18E9DC9-E827-4CF1-87EA-96E5800FCC2C}" srcOrd="0" destOrd="0" presId="urn:microsoft.com/office/officeart/2018/2/layout/IconVerticalSolidList"/>
    <dgm:cxn modelId="{22397072-0C60-49BA-BDC6-430AAEA5D22C}" type="presOf" srcId="{70841537-1852-422E-AE38-D167060F2750}" destId="{7679426F-22C9-435D-A0F0-9C9438946F2A}" srcOrd="0" destOrd="0" presId="urn:microsoft.com/office/officeart/2018/2/layout/IconVerticalSolidList"/>
    <dgm:cxn modelId="{ADD10C82-3103-44F3-83E1-E37DAC587AE2}" type="presOf" srcId="{C306CE20-13E6-4E63-A6CF-32726934E57A}" destId="{13B4CFE3-926C-4EFE-99FB-A227E6AE989D}" srcOrd="0" destOrd="0" presId="urn:microsoft.com/office/officeart/2018/2/layout/IconVerticalSolidList"/>
    <dgm:cxn modelId="{5726588C-4182-49D1-A221-09BC4D7D6F1B}" srcId="{70841537-1852-422E-AE38-D167060F2750}" destId="{6A3B8E54-B12A-4C7C-9F4F-05556D5BF471}" srcOrd="1" destOrd="0" parTransId="{AAFCA060-E1B2-4EB0-B2CA-370DD6A09E64}" sibTransId="{06F2BDEA-3242-4B6D-BD68-397DDB38C6CC}"/>
    <dgm:cxn modelId="{F36E1E8F-5313-4A60-8351-6942DD3186AF}" type="presOf" srcId="{16D296B9-B6FC-4591-A197-A6D2DC522156}" destId="{92CED198-5C04-47F1-8F9E-2672CDDBD98A}" srcOrd="0" destOrd="0" presId="urn:microsoft.com/office/officeart/2018/2/layout/IconVerticalSolidList"/>
    <dgm:cxn modelId="{E4E342D1-4DB5-49D8-9A8D-AC41398BFA44}" srcId="{70841537-1852-422E-AE38-D167060F2750}" destId="{57B18258-A0D3-4233-A85D-8500850AC7DB}" srcOrd="3" destOrd="0" parTransId="{1820E57E-B4FC-4BC4-AD35-7BE1512BC75E}" sibTransId="{7C27EB81-39E6-4544-828C-8B92B3644A90}"/>
    <dgm:cxn modelId="{AD0FD6D6-E995-484F-BE2C-512A11ECC5DA}" type="presOf" srcId="{A5519AC6-E6CA-4A75-ADE0-6BCF8B7CBB52}" destId="{AE0DAAF8-2F49-4B58-86E2-ABA8D014EA04}" srcOrd="0" destOrd="0" presId="urn:microsoft.com/office/officeart/2018/2/layout/IconVerticalSolidList"/>
    <dgm:cxn modelId="{8ADF8BE6-363F-4A11-BE7D-CF6A75DA15CE}" srcId="{70841537-1852-422E-AE38-D167060F2750}" destId="{C306CE20-13E6-4E63-A6CF-32726934E57A}" srcOrd="5" destOrd="0" parTransId="{7837DCEE-A5A9-4817-B17F-F97F585C9964}" sibTransId="{855E8708-B174-4F75-B08F-DDB7BA67D942}"/>
    <dgm:cxn modelId="{63CFB8FB-25A1-4BFE-9D4B-2804E1FEDB8D}" type="presOf" srcId="{57B18258-A0D3-4233-A85D-8500850AC7DB}" destId="{F322C509-C86B-4686-BA53-62EC9888021D}" srcOrd="0" destOrd="0" presId="urn:microsoft.com/office/officeart/2018/2/layout/IconVerticalSolidList"/>
    <dgm:cxn modelId="{37313734-A517-4484-9F86-D5348A518DF9}" type="presParOf" srcId="{7679426F-22C9-435D-A0F0-9C9438946F2A}" destId="{5E13FD97-5F18-4789-AA01-D0A518AB8753}" srcOrd="0" destOrd="0" presId="urn:microsoft.com/office/officeart/2018/2/layout/IconVerticalSolidList"/>
    <dgm:cxn modelId="{D1D2A6C8-2075-452C-8AD7-4BE002474041}" type="presParOf" srcId="{5E13FD97-5F18-4789-AA01-D0A518AB8753}" destId="{9DA76B39-FC88-4135-A36E-8EB6400AE59C}" srcOrd="0" destOrd="0" presId="urn:microsoft.com/office/officeart/2018/2/layout/IconVerticalSolidList"/>
    <dgm:cxn modelId="{CF9D7949-D94E-4D67-AC18-07D007D710E6}" type="presParOf" srcId="{5E13FD97-5F18-4789-AA01-D0A518AB8753}" destId="{B0A22E56-A8CC-4657-BE09-6173B9A9A92C}" srcOrd="1" destOrd="0" presId="urn:microsoft.com/office/officeart/2018/2/layout/IconVerticalSolidList"/>
    <dgm:cxn modelId="{CB604512-79B3-4538-AC2F-15797913FDD2}" type="presParOf" srcId="{5E13FD97-5F18-4789-AA01-D0A518AB8753}" destId="{4235C6EA-6A74-4D4B-BCDA-8F24C80F7A83}" srcOrd="2" destOrd="0" presId="urn:microsoft.com/office/officeart/2018/2/layout/IconVerticalSolidList"/>
    <dgm:cxn modelId="{5D457BCF-BB94-4AFA-8B00-8B3CC20A53E6}" type="presParOf" srcId="{5E13FD97-5F18-4789-AA01-D0A518AB8753}" destId="{AE0DAAF8-2F49-4B58-86E2-ABA8D014EA04}" srcOrd="3" destOrd="0" presId="urn:microsoft.com/office/officeart/2018/2/layout/IconVerticalSolidList"/>
    <dgm:cxn modelId="{FBF40FA7-0323-4DC6-A33B-5B123BB82207}" type="presParOf" srcId="{7679426F-22C9-435D-A0F0-9C9438946F2A}" destId="{27F44024-069E-4DA8-9E6C-706C90DA3ED3}" srcOrd="1" destOrd="0" presId="urn:microsoft.com/office/officeart/2018/2/layout/IconVerticalSolidList"/>
    <dgm:cxn modelId="{3505D57B-1AFE-47FC-8620-E190F1638B4A}" type="presParOf" srcId="{7679426F-22C9-435D-A0F0-9C9438946F2A}" destId="{77D2FD54-156F-4816-A520-DDCBD40DA728}" srcOrd="2" destOrd="0" presId="urn:microsoft.com/office/officeart/2018/2/layout/IconVerticalSolidList"/>
    <dgm:cxn modelId="{8BF930F6-14A9-4A1D-90EA-5844D4C7760E}" type="presParOf" srcId="{77D2FD54-156F-4816-A520-DDCBD40DA728}" destId="{E6BFDC89-AC0B-4A7C-96FC-7425950B164C}" srcOrd="0" destOrd="0" presId="urn:microsoft.com/office/officeart/2018/2/layout/IconVerticalSolidList"/>
    <dgm:cxn modelId="{A2A62196-954C-433E-BBF6-AD2B527F7CC3}" type="presParOf" srcId="{77D2FD54-156F-4816-A520-DDCBD40DA728}" destId="{C57778BA-AAB8-402A-A037-51F8916836C5}" srcOrd="1" destOrd="0" presId="urn:microsoft.com/office/officeart/2018/2/layout/IconVerticalSolidList"/>
    <dgm:cxn modelId="{BD76EE43-91A4-4D26-AEB0-C4F6FA43D892}" type="presParOf" srcId="{77D2FD54-156F-4816-A520-DDCBD40DA728}" destId="{DAED328F-ACB5-4680-900A-CE4F755CD29A}" srcOrd="2" destOrd="0" presId="urn:microsoft.com/office/officeart/2018/2/layout/IconVerticalSolidList"/>
    <dgm:cxn modelId="{7E734726-0766-4A4A-9536-B343EEFB89C6}" type="presParOf" srcId="{77D2FD54-156F-4816-A520-DDCBD40DA728}" destId="{887FD3CC-0E1E-4C00-AF2F-BE3EF764B3A6}" srcOrd="3" destOrd="0" presId="urn:microsoft.com/office/officeart/2018/2/layout/IconVerticalSolidList"/>
    <dgm:cxn modelId="{FA3769C0-930F-4784-8D11-B0142B9420AB}" type="presParOf" srcId="{7679426F-22C9-435D-A0F0-9C9438946F2A}" destId="{6C2C6C33-0F10-451D-9507-F78F9C4177A8}" srcOrd="3" destOrd="0" presId="urn:microsoft.com/office/officeart/2018/2/layout/IconVerticalSolidList"/>
    <dgm:cxn modelId="{A08005C6-FEE9-402E-8453-A21FB9DA4F1D}" type="presParOf" srcId="{7679426F-22C9-435D-A0F0-9C9438946F2A}" destId="{445A7DB5-C242-4C82-8B41-F8793DCB87B7}" srcOrd="4" destOrd="0" presId="urn:microsoft.com/office/officeart/2018/2/layout/IconVerticalSolidList"/>
    <dgm:cxn modelId="{60AC854B-E5EB-48FA-ABC3-A5B591501F94}" type="presParOf" srcId="{445A7DB5-C242-4C82-8B41-F8793DCB87B7}" destId="{69A01DF8-3EFC-44AD-A31E-2917319B8C71}" srcOrd="0" destOrd="0" presId="urn:microsoft.com/office/officeart/2018/2/layout/IconVerticalSolidList"/>
    <dgm:cxn modelId="{EBD7C4B2-FBCA-432C-82E9-F38BAAC046ED}" type="presParOf" srcId="{445A7DB5-C242-4C82-8B41-F8793DCB87B7}" destId="{53195121-27DE-48E2-9E31-769D1FF95E34}" srcOrd="1" destOrd="0" presId="urn:microsoft.com/office/officeart/2018/2/layout/IconVerticalSolidList"/>
    <dgm:cxn modelId="{9923026B-527E-468D-9922-4A4DD86FB700}" type="presParOf" srcId="{445A7DB5-C242-4C82-8B41-F8793DCB87B7}" destId="{940D9E86-9D70-4D0D-88EF-16C1458E1D59}" srcOrd="2" destOrd="0" presId="urn:microsoft.com/office/officeart/2018/2/layout/IconVerticalSolidList"/>
    <dgm:cxn modelId="{192A47E6-4460-44C3-94AF-72FAA1AD5AB8}" type="presParOf" srcId="{445A7DB5-C242-4C82-8B41-F8793DCB87B7}" destId="{E18E9DC9-E827-4CF1-87EA-96E5800FCC2C}" srcOrd="3" destOrd="0" presId="urn:microsoft.com/office/officeart/2018/2/layout/IconVerticalSolidList"/>
    <dgm:cxn modelId="{E9D38B84-E38A-4BF6-800E-C5941F041110}" type="presParOf" srcId="{7679426F-22C9-435D-A0F0-9C9438946F2A}" destId="{C536E476-D6BA-4811-9313-2B3E7E8B8419}" srcOrd="5" destOrd="0" presId="urn:microsoft.com/office/officeart/2018/2/layout/IconVerticalSolidList"/>
    <dgm:cxn modelId="{EDF265E1-32AB-4CFC-8CA3-053520F99691}" type="presParOf" srcId="{7679426F-22C9-435D-A0F0-9C9438946F2A}" destId="{23B55E50-2EC9-4D39-A6B2-62C5D97ACB10}" srcOrd="6" destOrd="0" presId="urn:microsoft.com/office/officeart/2018/2/layout/IconVerticalSolidList"/>
    <dgm:cxn modelId="{9CFED305-DA6B-4EA5-927A-1055245D1340}" type="presParOf" srcId="{23B55E50-2EC9-4D39-A6B2-62C5D97ACB10}" destId="{D24864B7-048A-4FBB-9515-697E8A1D03CA}" srcOrd="0" destOrd="0" presId="urn:microsoft.com/office/officeart/2018/2/layout/IconVerticalSolidList"/>
    <dgm:cxn modelId="{15D2FF10-988C-4E19-85C3-C1856BC89849}" type="presParOf" srcId="{23B55E50-2EC9-4D39-A6B2-62C5D97ACB10}" destId="{AEFFEE14-1A0D-4532-BE3D-69E487FEC0B1}" srcOrd="1" destOrd="0" presId="urn:microsoft.com/office/officeart/2018/2/layout/IconVerticalSolidList"/>
    <dgm:cxn modelId="{B603C0FF-F5C9-493F-9BF0-85D8B40DE2C4}" type="presParOf" srcId="{23B55E50-2EC9-4D39-A6B2-62C5D97ACB10}" destId="{A951A816-AE26-4547-A94F-22EA05CFB803}" srcOrd="2" destOrd="0" presId="urn:microsoft.com/office/officeart/2018/2/layout/IconVerticalSolidList"/>
    <dgm:cxn modelId="{44160E87-E7BE-462B-A03C-FD38064F4FA8}" type="presParOf" srcId="{23B55E50-2EC9-4D39-A6B2-62C5D97ACB10}" destId="{F322C509-C86B-4686-BA53-62EC9888021D}" srcOrd="3" destOrd="0" presId="urn:microsoft.com/office/officeart/2018/2/layout/IconVerticalSolidList"/>
    <dgm:cxn modelId="{0237DED6-F9F0-40FC-8340-EF1A71029978}" type="presParOf" srcId="{7679426F-22C9-435D-A0F0-9C9438946F2A}" destId="{0FDD5471-EF58-48E4-8AC6-65DE0A16ACE3}" srcOrd="7" destOrd="0" presId="urn:microsoft.com/office/officeart/2018/2/layout/IconVerticalSolidList"/>
    <dgm:cxn modelId="{9A8DF84B-A28C-4225-8E44-F1A7CB9ABF12}" type="presParOf" srcId="{7679426F-22C9-435D-A0F0-9C9438946F2A}" destId="{A965853D-FA36-477E-9B5A-AAC77F22EB8D}" srcOrd="8" destOrd="0" presId="urn:microsoft.com/office/officeart/2018/2/layout/IconVerticalSolidList"/>
    <dgm:cxn modelId="{BC3D132D-646B-4F39-BB7B-9EE4F4790D53}" type="presParOf" srcId="{A965853D-FA36-477E-9B5A-AAC77F22EB8D}" destId="{BC971316-28F3-4443-AC60-E7DB42B0D7E7}" srcOrd="0" destOrd="0" presId="urn:microsoft.com/office/officeart/2018/2/layout/IconVerticalSolidList"/>
    <dgm:cxn modelId="{E0B7FAC3-CBCE-4725-A105-2FFD122D9653}" type="presParOf" srcId="{A965853D-FA36-477E-9B5A-AAC77F22EB8D}" destId="{A168A107-E3C5-46FB-A717-391B274A21A1}" srcOrd="1" destOrd="0" presId="urn:microsoft.com/office/officeart/2018/2/layout/IconVerticalSolidList"/>
    <dgm:cxn modelId="{537C58B7-21D3-4873-95C3-2A79A3B90E19}" type="presParOf" srcId="{A965853D-FA36-477E-9B5A-AAC77F22EB8D}" destId="{A7EC6754-8882-48AF-A6A3-861B854E1AEE}" srcOrd="2" destOrd="0" presId="urn:microsoft.com/office/officeart/2018/2/layout/IconVerticalSolidList"/>
    <dgm:cxn modelId="{48DFA1E7-E874-4EE5-9BA7-96AD1C1BAAAE}" type="presParOf" srcId="{A965853D-FA36-477E-9B5A-AAC77F22EB8D}" destId="{92CED198-5C04-47F1-8F9E-2672CDDBD98A}" srcOrd="3" destOrd="0" presId="urn:microsoft.com/office/officeart/2018/2/layout/IconVerticalSolidList"/>
    <dgm:cxn modelId="{7C7F8A31-99B5-43DC-83F1-BB8ED7D2E84A}" type="presParOf" srcId="{7679426F-22C9-435D-A0F0-9C9438946F2A}" destId="{D1735EFA-2153-4BB0-8FE6-7E5C0754E800}" srcOrd="9" destOrd="0" presId="urn:microsoft.com/office/officeart/2018/2/layout/IconVerticalSolidList"/>
    <dgm:cxn modelId="{957B1E8D-38BA-44EB-B6F2-489C07698E0C}" type="presParOf" srcId="{7679426F-22C9-435D-A0F0-9C9438946F2A}" destId="{0F8CF5CC-1879-4FFD-BE5C-F884FD296728}" srcOrd="10" destOrd="0" presId="urn:microsoft.com/office/officeart/2018/2/layout/IconVerticalSolidList"/>
    <dgm:cxn modelId="{C0A5397C-A845-41E2-9825-8115FA8AB84A}" type="presParOf" srcId="{0F8CF5CC-1879-4FFD-BE5C-F884FD296728}" destId="{38C2635F-4AEE-4F40-ABA6-4F9C12F548FD}" srcOrd="0" destOrd="0" presId="urn:microsoft.com/office/officeart/2018/2/layout/IconVerticalSolidList"/>
    <dgm:cxn modelId="{1E98A1EE-0434-4343-A60E-B07FD97392B0}" type="presParOf" srcId="{0F8CF5CC-1879-4FFD-BE5C-F884FD296728}" destId="{F038B8BD-87E4-430D-A4CA-B6B00A2053FE}" srcOrd="1" destOrd="0" presId="urn:microsoft.com/office/officeart/2018/2/layout/IconVerticalSolidList"/>
    <dgm:cxn modelId="{71D5B021-A893-427D-9451-3C514F31BAA6}" type="presParOf" srcId="{0F8CF5CC-1879-4FFD-BE5C-F884FD296728}" destId="{23D8BF2B-218F-47A8-A1E6-A0E45D54C6EA}" srcOrd="2" destOrd="0" presId="urn:microsoft.com/office/officeart/2018/2/layout/IconVerticalSolidList"/>
    <dgm:cxn modelId="{51825375-E1A6-4C37-A120-7A6A91CB968B}" type="presParOf" srcId="{0F8CF5CC-1879-4FFD-BE5C-F884FD296728}" destId="{13B4CFE3-926C-4EFE-99FB-A227E6AE98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8D35E4-A12A-4202-BCAD-F3A02D8D39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42DBAF4-64F7-4182-8A11-D9FFAAB0478B}">
      <dgm:prSet/>
      <dgm:spPr/>
      <dgm:t>
        <a:bodyPr/>
        <a:lstStyle/>
        <a:p>
          <a:r>
            <a:rPr lang="en-US" dirty="0"/>
            <a:t>We created two connected apps:</a:t>
          </a:r>
        </a:p>
      </dgm:t>
    </dgm:pt>
    <dgm:pt modelId="{80F0EF02-B985-4A07-9906-2BB9EFB17F87}" type="parTrans" cxnId="{02CFE10E-F8A8-4A01-86BE-87C421404EA5}">
      <dgm:prSet/>
      <dgm:spPr/>
      <dgm:t>
        <a:bodyPr/>
        <a:lstStyle/>
        <a:p>
          <a:endParaRPr lang="en-US"/>
        </a:p>
      </dgm:t>
    </dgm:pt>
    <dgm:pt modelId="{9C63DC90-DA5F-4772-8A9D-DC58A1FFEA3F}" type="sibTrans" cxnId="{02CFE10E-F8A8-4A01-86BE-87C421404EA5}">
      <dgm:prSet/>
      <dgm:spPr/>
      <dgm:t>
        <a:bodyPr/>
        <a:lstStyle/>
        <a:p>
          <a:endParaRPr lang="en-US"/>
        </a:p>
      </dgm:t>
    </dgm:pt>
    <dgm:pt modelId="{AF361A71-6C12-40A2-A6AB-115ED37A1B1C}">
      <dgm:prSet/>
      <dgm:spPr/>
      <dgm:t>
        <a:bodyPr/>
        <a:lstStyle/>
        <a:p>
          <a:r>
            <a:rPr lang="en-US" b="1"/>
            <a:t>User App</a:t>
          </a:r>
          <a:r>
            <a:rPr lang="en-US"/>
            <a:t>: Simple, fast, enjoyable review experience</a:t>
          </a:r>
        </a:p>
      </dgm:t>
    </dgm:pt>
    <dgm:pt modelId="{A7CE4F26-B1D8-4D88-99A4-4D724B579529}" type="parTrans" cxnId="{623E3FBD-8217-4BFA-8B39-2775678A1C82}">
      <dgm:prSet/>
      <dgm:spPr/>
      <dgm:t>
        <a:bodyPr/>
        <a:lstStyle/>
        <a:p>
          <a:endParaRPr lang="en-US"/>
        </a:p>
      </dgm:t>
    </dgm:pt>
    <dgm:pt modelId="{53AE41E4-7EFB-4A6A-9449-85CDAFCF3308}" type="sibTrans" cxnId="{623E3FBD-8217-4BFA-8B39-2775678A1C82}">
      <dgm:prSet/>
      <dgm:spPr/>
      <dgm:t>
        <a:bodyPr/>
        <a:lstStyle/>
        <a:p>
          <a:endParaRPr lang="en-US"/>
        </a:p>
      </dgm:t>
    </dgm:pt>
    <dgm:pt modelId="{856D33AC-2858-4B35-AD62-1338E1706720}">
      <dgm:prSet/>
      <dgm:spPr/>
      <dgm:t>
        <a:bodyPr/>
        <a:lstStyle/>
        <a:p>
          <a:r>
            <a:rPr lang="en-US" b="1"/>
            <a:t>Admin App</a:t>
          </a:r>
          <a:r>
            <a:rPr lang="en-US"/>
            <a:t>: Powerful analytics dashboard for restaurants</a:t>
          </a:r>
          <a:br>
            <a:rPr lang="en-US"/>
          </a:br>
          <a:r>
            <a:rPr lang="en-US"/>
            <a:t>Together they:</a:t>
          </a:r>
        </a:p>
      </dgm:t>
    </dgm:pt>
    <dgm:pt modelId="{730E3163-1693-4AA6-B928-0D763E2DD95B}" type="parTrans" cxnId="{0AFDE37A-22D1-474C-AE60-0FE2AE2BD166}">
      <dgm:prSet/>
      <dgm:spPr/>
      <dgm:t>
        <a:bodyPr/>
        <a:lstStyle/>
        <a:p>
          <a:endParaRPr lang="en-US"/>
        </a:p>
      </dgm:t>
    </dgm:pt>
    <dgm:pt modelId="{AFBBF353-6299-43D9-8DC2-CF65BE185778}" type="sibTrans" cxnId="{0AFDE37A-22D1-474C-AE60-0FE2AE2BD166}">
      <dgm:prSet/>
      <dgm:spPr/>
      <dgm:t>
        <a:bodyPr/>
        <a:lstStyle/>
        <a:p>
          <a:endParaRPr lang="en-US"/>
        </a:p>
      </dgm:t>
    </dgm:pt>
    <dgm:pt modelId="{70387BB4-BC04-4F37-8AA3-ABC00FA6E693}">
      <dgm:prSet/>
      <dgm:spPr/>
      <dgm:t>
        <a:bodyPr/>
        <a:lstStyle/>
        <a:p>
          <a:r>
            <a:rPr lang="en-US"/>
            <a:t>Increase customer feedback</a:t>
          </a:r>
        </a:p>
      </dgm:t>
    </dgm:pt>
    <dgm:pt modelId="{56B60475-8518-485D-AFC9-A9DD0468A623}" type="parTrans" cxnId="{E45F7512-2C8E-4AEE-960E-BA375F9F0D18}">
      <dgm:prSet/>
      <dgm:spPr/>
      <dgm:t>
        <a:bodyPr/>
        <a:lstStyle/>
        <a:p>
          <a:endParaRPr lang="en-US"/>
        </a:p>
      </dgm:t>
    </dgm:pt>
    <dgm:pt modelId="{FF5C9687-885E-4665-AAAC-34C87A37910C}" type="sibTrans" cxnId="{E45F7512-2C8E-4AEE-960E-BA375F9F0D18}">
      <dgm:prSet/>
      <dgm:spPr/>
      <dgm:t>
        <a:bodyPr/>
        <a:lstStyle/>
        <a:p>
          <a:endParaRPr lang="en-US"/>
        </a:p>
      </dgm:t>
    </dgm:pt>
    <dgm:pt modelId="{16862951-9B78-44DD-B877-8AE430BAF064}">
      <dgm:prSet/>
      <dgm:spPr/>
      <dgm:t>
        <a:bodyPr/>
        <a:lstStyle/>
        <a:p>
          <a:r>
            <a:rPr lang="en-US"/>
            <a:t>Improve meal quality</a:t>
          </a:r>
        </a:p>
      </dgm:t>
    </dgm:pt>
    <dgm:pt modelId="{4FE08BCE-6137-47E1-90EF-A6CA87309CC6}" type="parTrans" cxnId="{6A874807-9A4A-4AFB-ABDB-564F93B6982B}">
      <dgm:prSet/>
      <dgm:spPr/>
      <dgm:t>
        <a:bodyPr/>
        <a:lstStyle/>
        <a:p>
          <a:endParaRPr lang="en-US"/>
        </a:p>
      </dgm:t>
    </dgm:pt>
    <dgm:pt modelId="{8FEF26BD-67A4-4FCA-B506-48251ECB0B7F}" type="sibTrans" cxnId="{6A874807-9A4A-4AFB-ABDB-564F93B6982B}">
      <dgm:prSet/>
      <dgm:spPr/>
      <dgm:t>
        <a:bodyPr/>
        <a:lstStyle/>
        <a:p>
          <a:endParaRPr lang="en-US"/>
        </a:p>
      </dgm:t>
    </dgm:pt>
    <dgm:pt modelId="{B4842A1B-C895-48E2-AC20-4A01C7259186}">
      <dgm:prSet/>
      <dgm:spPr/>
      <dgm:t>
        <a:bodyPr/>
        <a:lstStyle/>
        <a:p>
          <a:r>
            <a:rPr lang="en-US"/>
            <a:t>Give management real data to make decisions</a:t>
          </a:r>
        </a:p>
      </dgm:t>
    </dgm:pt>
    <dgm:pt modelId="{C3A35FF0-25F8-43EC-AF46-1BCD736E1E86}" type="parTrans" cxnId="{05DFC533-5988-4923-B0BA-CB0E5347CB54}">
      <dgm:prSet/>
      <dgm:spPr/>
      <dgm:t>
        <a:bodyPr/>
        <a:lstStyle/>
        <a:p>
          <a:endParaRPr lang="en-US"/>
        </a:p>
      </dgm:t>
    </dgm:pt>
    <dgm:pt modelId="{43B2B198-38A8-46BB-A6E2-8C5BB7F3A427}" type="sibTrans" cxnId="{05DFC533-5988-4923-B0BA-CB0E5347CB54}">
      <dgm:prSet/>
      <dgm:spPr/>
      <dgm:t>
        <a:bodyPr/>
        <a:lstStyle/>
        <a:p>
          <a:endParaRPr lang="en-US"/>
        </a:p>
      </dgm:t>
    </dgm:pt>
    <dgm:pt modelId="{21A826EB-4DBB-4972-8C0A-B46A038C3798}" type="pres">
      <dgm:prSet presAssocID="{1B8D35E4-A12A-4202-BCAD-F3A02D8D39C5}" presName="root" presStyleCnt="0">
        <dgm:presLayoutVars>
          <dgm:dir/>
          <dgm:resizeHandles val="exact"/>
        </dgm:presLayoutVars>
      </dgm:prSet>
      <dgm:spPr/>
    </dgm:pt>
    <dgm:pt modelId="{6172B920-3A0B-49AB-A63E-3C40FF0390D4}" type="pres">
      <dgm:prSet presAssocID="{742DBAF4-64F7-4182-8A11-D9FFAAB0478B}" presName="compNode" presStyleCnt="0"/>
      <dgm:spPr/>
    </dgm:pt>
    <dgm:pt modelId="{2B68EEA3-771A-4F7E-A944-800373B79CD7}" type="pres">
      <dgm:prSet presAssocID="{742DBAF4-64F7-4182-8A11-D9FFAAB0478B}" presName="bgRect" presStyleLbl="bgShp" presStyleIdx="0" presStyleCnt="6"/>
      <dgm:spPr/>
    </dgm:pt>
    <dgm:pt modelId="{F89915B9-22AF-439D-BC3B-CBD303600B3A}" type="pres">
      <dgm:prSet presAssocID="{742DBAF4-64F7-4182-8A11-D9FFAAB0478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CD5C7CDB-56E2-4318-8BB1-DD3B2FEA2BDC}" type="pres">
      <dgm:prSet presAssocID="{742DBAF4-64F7-4182-8A11-D9FFAAB0478B}" presName="spaceRect" presStyleCnt="0"/>
      <dgm:spPr/>
    </dgm:pt>
    <dgm:pt modelId="{F5340418-8CB9-4F2E-A25D-12752289D5C7}" type="pres">
      <dgm:prSet presAssocID="{742DBAF4-64F7-4182-8A11-D9FFAAB0478B}" presName="parTx" presStyleLbl="revTx" presStyleIdx="0" presStyleCnt="6">
        <dgm:presLayoutVars>
          <dgm:chMax val="0"/>
          <dgm:chPref val="0"/>
        </dgm:presLayoutVars>
      </dgm:prSet>
      <dgm:spPr/>
    </dgm:pt>
    <dgm:pt modelId="{34411238-B788-413E-A0EE-205100A4DE93}" type="pres">
      <dgm:prSet presAssocID="{9C63DC90-DA5F-4772-8A9D-DC58A1FFEA3F}" presName="sibTrans" presStyleCnt="0"/>
      <dgm:spPr/>
    </dgm:pt>
    <dgm:pt modelId="{09EB76F3-B0D8-4610-8F82-E16DE2B0FD36}" type="pres">
      <dgm:prSet presAssocID="{AF361A71-6C12-40A2-A6AB-115ED37A1B1C}" presName="compNode" presStyleCnt="0"/>
      <dgm:spPr/>
    </dgm:pt>
    <dgm:pt modelId="{E0276D35-1498-45F0-9B17-B953EE2B1E1F}" type="pres">
      <dgm:prSet presAssocID="{AF361A71-6C12-40A2-A6AB-115ED37A1B1C}" presName="bgRect" presStyleLbl="bgShp" presStyleIdx="1" presStyleCnt="6"/>
      <dgm:spPr/>
    </dgm:pt>
    <dgm:pt modelId="{4D0F5DDA-272B-4716-9601-70E47BD2B3BB}" type="pres">
      <dgm:prSet presAssocID="{AF361A71-6C12-40A2-A6AB-115ED37A1B1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63937810-4A5C-4C21-9426-BE4E85A3F365}" type="pres">
      <dgm:prSet presAssocID="{AF361A71-6C12-40A2-A6AB-115ED37A1B1C}" presName="spaceRect" presStyleCnt="0"/>
      <dgm:spPr/>
    </dgm:pt>
    <dgm:pt modelId="{E9A055FA-D13A-4865-9871-F65663FD6FA7}" type="pres">
      <dgm:prSet presAssocID="{AF361A71-6C12-40A2-A6AB-115ED37A1B1C}" presName="parTx" presStyleLbl="revTx" presStyleIdx="1" presStyleCnt="6">
        <dgm:presLayoutVars>
          <dgm:chMax val="0"/>
          <dgm:chPref val="0"/>
        </dgm:presLayoutVars>
      </dgm:prSet>
      <dgm:spPr/>
    </dgm:pt>
    <dgm:pt modelId="{B14380AC-4969-4394-8446-50EDE139D53B}" type="pres">
      <dgm:prSet presAssocID="{53AE41E4-7EFB-4A6A-9449-85CDAFCF3308}" presName="sibTrans" presStyleCnt="0"/>
      <dgm:spPr/>
    </dgm:pt>
    <dgm:pt modelId="{D862E03A-F6F1-495F-B522-3BC173BE1301}" type="pres">
      <dgm:prSet presAssocID="{856D33AC-2858-4B35-AD62-1338E1706720}" presName="compNode" presStyleCnt="0"/>
      <dgm:spPr/>
    </dgm:pt>
    <dgm:pt modelId="{013E55C8-9DB5-4FE3-B619-E7A37DAAFE0F}" type="pres">
      <dgm:prSet presAssocID="{856D33AC-2858-4B35-AD62-1338E1706720}" presName="bgRect" presStyleLbl="bgShp" presStyleIdx="2" presStyleCnt="6"/>
      <dgm:spPr/>
    </dgm:pt>
    <dgm:pt modelId="{48998418-7E20-4147-AD1A-8E06A4DB9B6D}" type="pres">
      <dgm:prSet presAssocID="{856D33AC-2858-4B35-AD62-1338E170672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9C55312B-4504-459D-8961-50C1E1C08206}" type="pres">
      <dgm:prSet presAssocID="{856D33AC-2858-4B35-AD62-1338E1706720}" presName="spaceRect" presStyleCnt="0"/>
      <dgm:spPr/>
    </dgm:pt>
    <dgm:pt modelId="{1581BB2E-306E-49A8-8791-64C631B45A32}" type="pres">
      <dgm:prSet presAssocID="{856D33AC-2858-4B35-AD62-1338E1706720}" presName="parTx" presStyleLbl="revTx" presStyleIdx="2" presStyleCnt="6">
        <dgm:presLayoutVars>
          <dgm:chMax val="0"/>
          <dgm:chPref val="0"/>
        </dgm:presLayoutVars>
      </dgm:prSet>
      <dgm:spPr/>
    </dgm:pt>
    <dgm:pt modelId="{D9B3C905-0E14-45DA-9C2B-30B375BA904F}" type="pres">
      <dgm:prSet presAssocID="{AFBBF353-6299-43D9-8DC2-CF65BE185778}" presName="sibTrans" presStyleCnt="0"/>
      <dgm:spPr/>
    </dgm:pt>
    <dgm:pt modelId="{2C26AD22-70F0-48FC-91AE-72CA6DE14F7E}" type="pres">
      <dgm:prSet presAssocID="{70387BB4-BC04-4F37-8AA3-ABC00FA6E693}" presName="compNode" presStyleCnt="0"/>
      <dgm:spPr/>
    </dgm:pt>
    <dgm:pt modelId="{3EBD65EF-9EC5-49BD-802E-1B86B15D8FD0}" type="pres">
      <dgm:prSet presAssocID="{70387BB4-BC04-4F37-8AA3-ABC00FA6E693}" presName="bgRect" presStyleLbl="bgShp" presStyleIdx="3" presStyleCnt="6"/>
      <dgm:spPr/>
    </dgm:pt>
    <dgm:pt modelId="{48B434D1-67AD-4139-BC98-FED8A390FE82}" type="pres">
      <dgm:prSet presAssocID="{70387BB4-BC04-4F37-8AA3-ABC00FA6E69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C954B03-2DB8-4B5F-8E3C-6A4802106EB3}" type="pres">
      <dgm:prSet presAssocID="{70387BB4-BC04-4F37-8AA3-ABC00FA6E693}" presName="spaceRect" presStyleCnt="0"/>
      <dgm:spPr/>
    </dgm:pt>
    <dgm:pt modelId="{C5433C87-E4A5-4006-974A-E55A7A80DE6B}" type="pres">
      <dgm:prSet presAssocID="{70387BB4-BC04-4F37-8AA3-ABC00FA6E693}" presName="parTx" presStyleLbl="revTx" presStyleIdx="3" presStyleCnt="6">
        <dgm:presLayoutVars>
          <dgm:chMax val="0"/>
          <dgm:chPref val="0"/>
        </dgm:presLayoutVars>
      </dgm:prSet>
      <dgm:spPr/>
    </dgm:pt>
    <dgm:pt modelId="{AB60F805-D678-4991-B12C-FC5C19A778B3}" type="pres">
      <dgm:prSet presAssocID="{FF5C9687-885E-4665-AAAC-34C87A37910C}" presName="sibTrans" presStyleCnt="0"/>
      <dgm:spPr/>
    </dgm:pt>
    <dgm:pt modelId="{DD15CE45-0DBF-4AA7-9D21-9DA74D8B5333}" type="pres">
      <dgm:prSet presAssocID="{16862951-9B78-44DD-B877-8AE430BAF064}" presName="compNode" presStyleCnt="0"/>
      <dgm:spPr/>
    </dgm:pt>
    <dgm:pt modelId="{3D4BAD08-CB1D-4530-A50A-905CD496F041}" type="pres">
      <dgm:prSet presAssocID="{16862951-9B78-44DD-B877-8AE430BAF064}" presName="bgRect" presStyleLbl="bgShp" presStyleIdx="4" presStyleCnt="6"/>
      <dgm:spPr/>
    </dgm:pt>
    <dgm:pt modelId="{A92C9691-9A90-4544-ACC3-65582B5FBAEE}" type="pres">
      <dgm:prSet presAssocID="{16862951-9B78-44DD-B877-8AE430BAF06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0DE0DE90-85FA-49D9-B50F-C6BCE7190A18}" type="pres">
      <dgm:prSet presAssocID="{16862951-9B78-44DD-B877-8AE430BAF064}" presName="spaceRect" presStyleCnt="0"/>
      <dgm:spPr/>
    </dgm:pt>
    <dgm:pt modelId="{00262584-726E-4052-813C-FD6194CA2320}" type="pres">
      <dgm:prSet presAssocID="{16862951-9B78-44DD-B877-8AE430BAF064}" presName="parTx" presStyleLbl="revTx" presStyleIdx="4" presStyleCnt="6">
        <dgm:presLayoutVars>
          <dgm:chMax val="0"/>
          <dgm:chPref val="0"/>
        </dgm:presLayoutVars>
      </dgm:prSet>
      <dgm:spPr/>
    </dgm:pt>
    <dgm:pt modelId="{98A5A6F9-6274-449E-B437-C7D4C8F82B81}" type="pres">
      <dgm:prSet presAssocID="{8FEF26BD-67A4-4FCA-B506-48251ECB0B7F}" presName="sibTrans" presStyleCnt="0"/>
      <dgm:spPr/>
    </dgm:pt>
    <dgm:pt modelId="{95954F01-6980-47B7-A9ED-AC645FC32946}" type="pres">
      <dgm:prSet presAssocID="{B4842A1B-C895-48E2-AC20-4A01C7259186}" presName="compNode" presStyleCnt="0"/>
      <dgm:spPr/>
    </dgm:pt>
    <dgm:pt modelId="{957380DD-5487-42C2-BA00-B2EBCD228FEE}" type="pres">
      <dgm:prSet presAssocID="{B4842A1B-C895-48E2-AC20-4A01C7259186}" presName="bgRect" presStyleLbl="bgShp" presStyleIdx="5" presStyleCnt="6"/>
      <dgm:spPr/>
    </dgm:pt>
    <dgm:pt modelId="{43BAB041-DA35-434C-A0FF-BF584F296A8E}" type="pres">
      <dgm:prSet presAssocID="{B4842A1B-C895-48E2-AC20-4A01C725918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FC5C967-F150-4EC4-B27C-B85B7F4F0A9B}" type="pres">
      <dgm:prSet presAssocID="{B4842A1B-C895-48E2-AC20-4A01C7259186}" presName="spaceRect" presStyleCnt="0"/>
      <dgm:spPr/>
    </dgm:pt>
    <dgm:pt modelId="{2C316063-377F-4CFF-B481-2AFB21FEBA5A}" type="pres">
      <dgm:prSet presAssocID="{B4842A1B-C895-48E2-AC20-4A01C725918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A874807-9A4A-4AFB-ABDB-564F93B6982B}" srcId="{1B8D35E4-A12A-4202-BCAD-F3A02D8D39C5}" destId="{16862951-9B78-44DD-B877-8AE430BAF064}" srcOrd="4" destOrd="0" parTransId="{4FE08BCE-6137-47E1-90EF-A6CA87309CC6}" sibTransId="{8FEF26BD-67A4-4FCA-B506-48251ECB0B7F}"/>
    <dgm:cxn modelId="{02CFE10E-F8A8-4A01-86BE-87C421404EA5}" srcId="{1B8D35E4-A12A-4202-BCAD-F3A02D8D39C5}" destId="{742DBAF4-64F7-4182-8A11-D9FFAAB0478B}" srcOrd="0" destOrd="0" parTransId="{80F0EF02-B985-4A07-9906-2BB9EFB17F87}" sibTransId="{9C63DC90-DA5F-4772-8A9D-DC58A1FFEA3F}"/>
    <dgm:cxn modelId="{E45F7512-2C8E-4AEE-960E-BA375F9F0D18}" srcId="{1B8D35E4-A12A-4202-BCAD-F3A02D8D39C5}" destId="{70387BB4-BC04-4F37-8AA3-ABC00FA6E693}" srcOrd="3" destOrd="0" parTransId="{56B60475-8518-485D-AFC9-A9DD0468A623}" sibTransId="{FF5C9687-885E-4665-AAAC-34C87A37910C}"/>
    <dgm:cxn modelId="{EBFC482C-EECF-4D2E-A5B2-BBBD873A2332}" type="presOf" srcId="{16862951-9B78-44DD-B877-8AE430BAF064}" destId="{00262584-726E-4052-813C-FD6194CA2320}" srcOrd="0" destOrd="0" presId="urn:microsoft.com/office/officeart/2018/2/layout/IconVerticalSolidList"/>
    <dgm:cxn modelId="{05DFC533-5988-4923-B0BA-CB0E5347CB54}" srcId="{1B8D35E4-A12A-4202-BCAD-F3A02D8D39C5}" destId="{B4842A1B-C895-48E2-AC20-4A01C7259186}" srcOrd="5" destOrd="0" parTransId="{C3A35FF0-25F8-43EC-AF46-1BCD736E1E86}" sibTransId="{43B2B198-38A8-46BB-A6E2-8C5BB7F3A427}"/>
    <dgm:cxn modelId="{BC7A8939-CA4A-4834-B920-CF8881D23DC7}" type="presOf" srcId="{AF361A71-6C12-40A2-A6AB-115ED37A1B1C}" destId="{E9A055FA-D13A-4865-9871-F65663FD6FA7}" srcOrd="0" destOrd="0" presId="urn:microsoft.com/office/officeart/2018/2/layout/IconVerticalSolidList"/>
    <dgm:cxn modelId="{4E94A95D-CC1B-4F93-B233-2E99C6D15B53}" type="presOf" srcId="{742DBAF4-64F7-4182-8A11-D9FFAAB0478B}" destId="{F5340418-8CB9-4F2E-A25D-12752289D5C7}" srcOrd="0" destOrd="0" presId="urn:microsoft.com/office/officeart/2018/2/layout/IconVerticalSolidList"/>
    <dgm:cxn modelId="{85836447-2669-4045-8C2D-CB5D3C425FE9}" type="presOf" srcId="{856D33AC-2858-4B35-AD62-1338E1706720}" destId="{1581BB2E-306E-49A8-8791-64C631B45A32}" srcOrd="0" destOrd="0" presId="urn:microsoft.com/office/officeart/2018/2/layout/IconVerticalSolidList"/>
    <dgm:cxn modelId="{DC46FA78-7B1B-4A06-81F1-6EDCE5B9D7D0}" type="presOf" srcId="{70387BB4-BC04-4F37-8AA3-ABC00FA6E693}" destId="{C5433C87-E4A5-4006-974A-E55A7A80DE6B}" srcOrd="0" destOrd="0" presId="urn:microsoft.com/office/officeart/2018/2/layout/IconVerticalSolidList"/>
    <dgm:cxn modelId="{0AFDE37A-22D1-474C-AE60-0FE2AE2BD166}" srcId="{1B8D35E4-A12A-4202-BCAD-F3A02D8D39C5}" destId="{856D33AC-2858-4B35-AD62-1338E1706720}" srcOrd="2" destOrd="0" parTransId="{730E3163-1693-4AA6-B928-0D763E2DD95B}" sibTransId="{AFBBF353-6299-43D9-8DC2-CF65BE185778}"/>
    <dgm:cxn modelId="{3853FF88-AD86-4041-AFC3-A9A269858D27}" type="presOf" srcId="{1B8D35E4-A12A-4202-BCAD-F3A02D8D39C5}" destId="{21A826EB-4DBB-4972-8C0A-B46A038C3798}" srcOrd="0" destOrd="0" presId="urn:microsoft.com/office/officeart/2018/2/layout/IconVerticalSolidList"/>
    <dgm:cxn modelId="{1E3A0198-FCA8-4547-BC8C-94095595CEB0}" type="presOf" srcId="{B4842A1B-C895-48E2-AC20-4A01C7259186}" destId="{2C316063-377F-4CFF-B481-2AFB21FEBA5A}" srcOrd="0" destOrd="0" presId="urn:microsoft.com/office/officeart/2018/2/layout/IconVerticalSolidList"/>
    <dgm:cxn modelId="{623E3FBD-8217-4BFA-8B39-2775678A1C82}" srcId="{1B8D35E4-A12A-4202-BCAD-F3A02D8D39C5}" destId="{AF361A71-6C12-40A2-A6AB-115ED37A1B1C}" srcOrd="1" destOrd="0" parTransId="{A7CE4F26-B1D8-4D88-99A4-4D724B579529}" sibTransId="{53AE41E4-7EFB-4A6A-9449-85CDAFCF3308}"/>
    <dgm:cxn modelId="{531DC9FE-813E-49F0-9AAE-549D6C99AFD5}" type="presParOf" srcId="{21A826EB-4DBB-4972-8C0A-B46A038C3798}" destId="{6172B920-3A0B-49AB-A63E-3C40FF0390D4}" srcOrd="0" destOrd="0" presId="urn:microsoft.com/office/officeart/2018/2/layout/IconVerticalSolidList"/>
    <dgm:cxn modelId="{E241AEEA-3F8C-4B43-8998-04DEB3790421}" type="presParOf" srcId="{6172B920-3A0B-49AB-A63E-3C40FF0390D4}" destId="{2B68EEA3-771A-4F7E-A944-800373B79CD7}" srcOrd="0" destOrd="0" presId="urn:microsoft.com/office/officeart/2018/2/layout/IconVerticalSolidList"/>
    <dgm:cxn modelId="{2911887A-78F0-4D0B-AAFB-A4F2ED16F2C1}" type="presParOf" srcId="{6172B920-3A0B-49AB-A63E-3C40FF0390D4}" destId="{F89915B9-22AF-439D-BC3B-CBD303600B3A}" srcOrd="1" destOrd="0" presId="urn:microsoft.com/office/officeart/2018/2/layout/IconVerticalSolidList"/>
    <dgm:cxn modelId="{954A512A-AF9C-4703-B578-A956C46ED746}" type="presParOf" srcId="{6172B920-3A0B-49AB-A63E-3C40FF0390D4}" destId="{CD5C7CDB-56E2-4318-8BB1-DD3B2FEA2BDC}" srcOrd="2" destOrd="0" presId="urn:microsoft.com/office/officeart/2018/2/layout/IconVerticalSolidList"/>
    <dgm:cxn modelId="{9CDE6E6D-1BB3-4B54-93BA-630BAB8724F2}" type="presParOf" srcId="{6172B920-3A0B-49AB-A63E-3C40FF0390D4}" destId="{F5340418-8CB9-4F2E-A25D-12752289D5C7}" srcOrd="3" destOrd="0" presId="urn:microsoft.com/office/officeart/2018/2/layout/IconVerticalSolidList"/>
    <dgm:cxn modelId="{6E0EDA3C-5D7B-40FD-8A45-FFAA66E1E71A}" type="presParOf" srcId="{21A826EB-4DBB-4972-8C0A-B46A038C3798}" destId="{34411238-B788-413E-A0EE-205100A4DE93}" srcOrd="1" destOrd="0" presId="urn:microsoft.com/office/officeart/2018/2/layout/IconVerticalSolidList"/>
    <dgm:cxn modelId="{ABCC1F7D-B21A-4DE2-A3E5-843910C58BF1}" type="presParOf" srcId="{21A826EB-4DBB-4972-8C0A-B46A038C3798}" destId="{09EB76F3-B0D8-4610-8F82-E16DE2B0FD36}" srcOrd="2" destOrd="0" presId="urn:microsoft.com/office/officeart/2018/2/layout/IconVerticalSolidList"/>
    <dgm:cxn modelId="{9E3C3347-6711-4F65-94A6-70686595441F}" type="presParOf" srcId="{09EB76F3-B0D8-4610-8F82-E16DE2B0FD36}" destId="{E0276D35-1498-45F0-9B17-B953EE2B1E1F}" srcOrd="0" destOrd="0" presId="urn:microsoft.com/office/officeart/2018/2/layout/IconVerticalSolidList"/>
    <dgm:cxn modelId="{A9D086D0-1CBB-4034-83D3-FB2213F5CEAA}" type="presParOf" srcId="{09EB76F3-B0D8-4610-8F82-E16DE2B0FD36}" destId="{4D0F5DDA-272B-4716-9601-70E47BD2B3BB}" srcOrd="1" destOrd="0" presId="urn:microsoft.com/office/officeart/2018/2/layout/IconVerticalSolidList"/>
    <dgm:cxn modelId="{12F045D7-45D5-4F86-909A-F1CE842CC27B}" type="presParOf" srcId="{09EB76F3-B0D8-4610-8F82-E16DE2B0FD36}" destId="{63937810-4A5C-4C21-9426-BE4E85A3F365}" srcOrd="2" destOrd="0" presId="urn:microsoft.com/office/officeart/2018/2/layout/IconVerticalSolidList"/>
    <dgm:cxn modelId="{94F4C8AB-6603-4284-B3EC-50C6761FE0AB}" type="presParOf" srcId="{09EB76F3-B0D8-4610-8F82-E16DE2B0FD36}" destId="{E9A055FA-D13A-4865-9871-F65663FD6FA7}" srcOrd="3" destOrd="0" presId="urn:microsoft.com/office/officeart/2018/2/layout/IconVerticalSolidList"/>
    <dgm:cxn modelId="{559DF100-F712-47C5-AD2D-1D7580857E64}" type="presParOf" srcId="{21A826EB-4DBB-4972-8C0A-B46A038C3798}" destId="{B14380AC-4969-4394-8446-50EDE139D53B}" srcOrd="3" destOrd="0" presId="urn:microsoft.com/office/officeart/2018/2/layout/IconVerticalSolidList"/>
    <dgm:cxn modelId="{13263AB9-0EA2-4B88-85E2-C3E731469B2E}" type="presParOf" srcId="{21A826EB-4DBB-4972-8C0A-B46A038C3798}" destId="{D862E03A-F6F1-495F-B522-3BC173BE1301}" srcOrd="4" destOrd="0" presId="urn:microsoft.com/office/officeart/2018/2/layout/IconVerticalSolidList"/>
    <dgm:cxn modelId="{BFC47C43-F35E-4FDB-B600-F212F19EAC84}" type="presParOf" srcId="{D862E03A-F6F1-495F-B522-3BC173BE1301}" destId="{013E55C8-9DB5-4FE3-B619-E7A37DAAFE0F}" srcOrd="0" destOrd="0" presId="urn:microsoft.com/office/officeart/2018/2/layout/IconVerticalSolidList"/>
    <dgm:cxn modelId="{94C928C9-D21C-4724-A6C2-820F0CE65B26}" type="presParOf" srcId="{D862E03A-F6F1-495F-B522-3BC173BE1301}" destId="{48998418-7E20-4147-AD1A-8E06A4DB9B6D}" srcOrd="1" destOrd="0" presId="urn:microsoft.com/office/officeart/2018/2/layout/IconVerticalSolidList"/>
    <dgm:cxn modelId="{6CF140CF-AB84-4C02-82A5-360055A14F18}" type="presParOf" srcId="{D862E03A-F6F1-495F-B522-3BC173BE1301}" destId="{9C55312B-4504-459D-8961-50C1E1C08206}" srcOrd="2" destOrd="0" presId="urn:microsoft.com/office/officeart/2018/2/layout/IconVerticalSolidList"/>
    <dgm:cxn modelId="{81EFFF93-30A5-443F-9071-7A85ECE211AA}" type="presParOf" srcId="{D862E03A-F6F1-495F-B522-3BC173BE1301}" destId="{1581BB2E-306E-49A8-8791-64C631B45A32}" srcOrd="3" destOrd="0" presId="urn:microsoft.com/office/officeart/2018/2/layout/IconVerticalSolidList"/>
    <dgm:cxn modelId="{F154A60E-7B95-44BC-AAD2-4DACDFE30DC2}" type="presParOf" srcId="{21A826EB-4DBB-4972-8C0A-B46A038C3798}" destId="{D9B3C905-0E14-45DA-9C2B-30B375BA904F}" srcOrd="5" destOrd="0" presId="urn:microsoft.com/office/officeart/2018/2/layout/IconVerticalSolidList"/>
    <dgm:cxn modelId="{8FA56DEB-90A7-4560-B0D3-062D0921C1C9}" type="presParOf" srcId="{21A826EB-4DBB-4972-8C0A-B46A038C3798}" destId="{2C26AD22-70F0-48FC-91AE-72CA6DE14F7E}" srcOrd="6" destOrd="0" presId="urn:microsoft.com/office/officeart/2018/2/layout/IconVerticalSolidList"/>
    <dgm:cxn modelId="{57133D95-C21E-4CAC-BE5E-9CB0D30966B2}" type="presParOf" srcId="{2C26AD22-70F0-48FC-91AE-72CA6DE14F7E}" destId="{3EBD65EF-9EC5-49BD-802E-1B86B15D8FD0}" srcOrd="0" destOrd="0" presId="urn:microsoft.com/office/officeart/2018/2/layout/IconVerticalSolidList"/>
    <dgm:cxn modelId="{A5069067-FD21-4EA6-B18A-94B45CC21364}" type="presParOf" srcId="{2C26AD22-70F0-48FC-91AE-72CA6DE14F7E}" destId="{48B434D1-67AD-4139-BC98-FED8A390FE82}" srcOrd="1" destOrd="0" presId="urn:microsoft.com/office/officeart/2018/2/layout/IconVerticalSolidList"/>
    <dgm:cxn modelId="{C8BA6AAC-8086-491B-A1C5-8D426A75268F}" type="presParOf" srcId="{2C26AD22-70F0-48FC-91AE-72CA6DE14F7E}" destId="{AC954B03-2DB8-4B5F-8E3C-6A4802106EB3}" srcOrd="2" destOrd="0" presId="urn:microsoft.com/office/officeart/2018/2/layout/IconVerticalSolidList"/>
    <dgm:cxn modelId="{1DE94FB5-596B-43C8-BD6D-DD3B512EE8F1}" type="presParOf" srcId="{2C26AD22-70F0-48FC-91AE-72CA6DE14F7E}" destId="{C5433C87-E4A5-4006-974A-E55A7A80DE6B}" srcOrd="3" destOrd="0" presId="urn:microsoft.com/office/officeart/2018/2/layout/IconVerticalSolidList"/>
    <dgm:cxn modelId="{7F0AD309-C940-4ACA-B7C1-1FB8B05C8704}" type="presParOf" srcId="{21A826EB-4DBB-4972-8C0A-B46A038C3798}" destId="{AB60F805-D678-4991-B12C-FC5C19A778B3}" srcOrd="7" destOrd="0" presId="urn:microsoft.com/office/officeart/2018/2/layout/IconVerticalSolidList"/>
    <dgm:cxn modelId="{B21B2FF6-5637-45CA-A161-2B5C4C7D7CCB}" type="presParOf" srcId="{21A826EB-4DBB-4972-8C0A-B46A038C3798}" destId="{DD15CE45-0DBF-4AA7-9D21-9DA74D8B5333}" srcOrd="8" destOrd="0" presId="urn:microsoft.com/office/officeart/2018/2/layout/IconVerticalSolidList"/>
    <dgm:cxn modelId="{4C5B0086-7FD1-437F-8919-7CD4E9C6E6D3}" type="presParOf" srcId="{DD15CE45-0DBF-4AA7-9D21-9DA74D8B5333}" destId="{3D4BAD08-CB1D-4530-A50A-905CD496F041}" srcOrd="0" destOrd="0" presId="urn:microsoft.com/office/officeart/2018/2/layout/IconVerticalSolidList"/>
    <dgm:cxn modelId="{F3812DA1-79BA-4D82-B9DF-D208B8B672B5}" type="presParOf" srcId="{DD15CE45-0DBF-4AA7-9D21-9DA74D8B5333}" destId="{A92C9691-9A90-4544-ACC3-65582B5FBAEE}" srcOrd="1" destOrd="0" presId="urn:microsoft.com/office/officeart/2018/2/layout/IconVerticalSolidList"/>
    <dgm:cxn modelId="{27CB80FE-3A08-4F6D-90F3-4A671F0EC93C}" type="presParOf" srcId="{DD15CE45-0DBF-4AA7-9D21-9DA74D8B5333}" destId="{0DE0DE90-85FA-49D9-B50F-C6BCE7190A18}" srcOrd="2" destOrd="0" presId="urn:microsoft.com/office/officeart/2018/2/layout/IconVerticalSolidList"/>
    <dgm:cxn modelId="{30922441-EFC6-463F-91A7-53606516DC35}" type="presParOf" srcId="{DD15CE45-0DBF-4AA7-9D21-9DA74D8B5333}" destId="{00262584-726E-4052-813C-FD6194CA2320}" srcOrd="3" destOrd="0" presId="urn:microsoft.com/office/officeart/2018/2/layout/IconVerticalSolidList"/>
    <dgm:cxn modelId="{C62C6147-1EBC-4975-8C09-F3145F811394}" type="presParOf" srcId="{21A826EB-4DBB-4972-8C0A-B46A038C3798}" destId="{98A5A6F9-6274-449E-B437-C7D4C8F82B81}" srcOrd="9" destOrd="0" presId="urn:microsoft.com/office/officeart/2018/2/layout/IconVerticalSolidList"/>
    <dgm:cxn modelId="{775291BF-699D-443B-B0E4-B2845F92922C}" type="presParOf" srcId="{21A826EB-4DBB-4972-8C0A-B46A038C3798}" destId="{95954F01-6980-47B7-A9ED-AC645FC32946}" srcOrd="10" destOrd="0" presId="urn:microsoft.com/office/officeart/2018/2/layout/IconVerticalSolidList"/>
    <dgm:cxn modelId="{E7BEF105-CCDC-4076-BF19-4A79C637C846}" type="presParOf" srcId="{95954F01-6980-47B7-A9ED-AC645FC32946}" destId="{957380DD-5487-42C2-BA00-B2EBCD228FEE}" srcOrd="0" destOrd="0" presId="urn:microsoft.com/office/officeart/2018/2/layout/IconVerticalSolidList"/>
    <dgm:cxn modelId="{41BF99E8-8EB3-4377-8553-236E9ECDFFDF}" type="presParOf" srcId="{95954F01-6980-47B7-A9ED-AC645FC32946}" destId="{43BAB041-DA35-434C-A0FF-BF584F296A8E}" srcOrd="1" destOrd="0" presId="urn:microsoft.com/office/officeart/2018/2/layout/IconVerticalSolidList"/>
    <dgm:cxn modelId="{4F82BD58-8231-4CBA-BDD5-4635C1C1B546}" type="presParOf" srcId="{95954F01-6980-47B7-A9ED-AC645FC32946}" destId="{9FC5C967-F150-4EC4-B27C-B85B7F4F0A9B}" srcOrd="2" destOrd="0" presId="urn:microsoft.com/office/officeart/2018/2/layout/IconVerticalSolidList"/>
    <dgm:cxn modelId="{F5FA8004-2A3A-4DE5-8980-959D1F1225F8}" type="presParOf" srcId="{95954F01-6980-47B7-A9ED-AC645FC32946}" destId="{2C316063-377F-4CFF-B481-2AFB21FEBA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FAD4C6-26D1-43BC-8DC4-01EFA9FD87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AF715A-6827-4CC8-82E5-4B1F15504B43}">
      <dgm:prSet/>
      <dgm:spPr/>
      <dgm:t>
        <a:bodyPr/>
        <a:lstStyle/>
        <a:p>
          <a:r>
            <a:rPr lang="en-US" b="0" i="0" baseline="0"/>
            <a:t>Increases customer engagement with loyalty points</a:t>
          </a:r>
          <a:endParaRPr lang="en-US"/>
        </a:p>
      </dgm:t>
    </dgm:pt>
    <dgm:pt modelId="{1C441C78-358A-4627-83C2-E38C22C74C5A}" type="parTrans" cxnId="{C368CE49-EE02-4850-9BD7-3FA3717A3C18}">
      <dgm:prSet/>
      <dgm:spPr/>
      <dgm:t>
        <a:bodyPr/>
        <a:lstStyle/>
        <a:p>
          <a:endParaRPr lang="en-US"/>
        </a:p>
      </dgm:t>
    </dgm:pt>
    <dgm:pt modelId="{6B91BC20-8804-4877-AB65-F531F060AE2E}" type="sibTrans" cxnId="{C368CE49-EE02-4850-9BD7-3FA3717A3C18}">
      <dgm:prSet/>
      <dgm:spPr/>
      <dgm:t>
        <a:bodyPr/>
        <a:lstStyle/>
        <a:p>
          <a:endParaRPr lang="en-US"/>
        </a:p>
      </dgm:t>
    </dgm:pt>
    <dgm:pt modelId="{5B97BCF9-71FA-42DF-82D3-350C65A5F336}">
      <dgm:prSet/>
      <dgm:spPr/>
      <dgm:t>
        <a:bodyPr/>
        <a:lstStyle/>
        <a:p>
          <a:r>
            <a:rPr lang="en-US" b="0" i="0" baseline="0"/>
            <a:t>Helps improve service quality</a:t>
          </a:r>
          <a:endParaRPr lang="en-US"/>
        </a:p>
      </dgm:t>
    </dgm:pt>
    <dgm:pt modelId="{3AAF1E41-C6B0-42B2-B283-94549665C221}" type="parTrans" cxnId="{8E72735C-5FAD-45A3-B183-6AAACA00BC4D}">
      <dgm:prSet/>
      <dgm:spPr/>
      <dgm:t>
        <a:bodyPr/>
        <a:lstStyle/>
        <a:p>
          <a:endParaRPr lang="en-US"/>
        </a:p>
      </dgm:t>
    </dgm:pt>
    <dgm:pt modelId="{A28812C4-212B-4D63-8EC2-84701E7C5780}" type="sibTrans" cxnId="{8E72735C-5FAD-45A3-B183-6AAACA00BC4D}">
      <dgm:prSet/>
      <dgm:spPr/>
      <dgm:t>
        <a:bodyPr/>
        <a:lstStyle/>
        <a:p>
          <a:endParaRPr lang="en-US"/>
        </a:p>
      </dgm:t>
    </dgm:pt>
    <dgm:pt modelId="{5DD5E4F0-864C-4F6F-A5BE-3A2B1DEAE40C}">
      <dgm:prSet/>
      <dgm:spPr/>
      <dgm:t>
        <a:bodyPr/>
        <a:lstStyle/>
        <a:p>
          <a:r>
            <a:rPr lang="en-US" b="0" i="0" baseline="0"/>
            <a:t>Allows ingredient-level insights (unique advantage)</a:t>
          </a:r>
          <a:endParaRPr lang="en-US"/>
        </a:p>
      </dgm:t>
    </dgm:pt>
    <dgm:pt modelId="{CBFE442D-1B38-4D46-85D4-39DDFC36CEAD}" type="parTrans" cxnId="{977B9D46-9DC6-4687-A367-558286E98F07}">
      <dgm:prSet/>
      <dgm:spPr/>
      <dgm:t>
        <a:bodyPr/>
        <a:lstStyle/>
        <a:p>
          <a:endParaRPr lang="en-US"/>
        </a:p>
      </dgm:t>
    </dgm:pt>
    <dgm:pt modelId="{5A51BB37-D6A7-4657-B205-F9B427D2ED8A}" type="sibTrans" cxnId="{977B9D46-9DC6-4687-A367-558286E98F07}">
      <dgm:prSet/>
      <dgm:spPr/>
      <dgm:t>
        <a:bodyPr/>
        <a:lstStyle/>
        <a:p>
          <a:endParaRPr lang="en-US"/>
        </a:p>
      </dgm:t>
    </dgm:pt>
    <dgm:pt modelId="{3FB3E82B-04BA-44ED-BB37-DFCA6A059E5D}">
      <dgm:prSet/>
      <dgm:spPr/>
      <dgm:t>
        <a:bodyPr/>
        <a:lstStyle/>
        <a:p>
          <a:r>
            <a:rPr lang="en-US" b="0" i="0" baseline="0"/>
            <a:t>Predicts trends using sentiment analysis</a:t>
          </a:r>
          <a:endParaRPr lang="en-US"/>
        </a:p>
      </dgm:t>
    </dgm:pt>
    <dgm:pt modelId="{A8BED7E5-F49E-48B8-9C47-CB86275A29E2}" type="parTrans" cxnId="{73C1F1D9-BF31-40BD-8CBD-88BEFE174C64}">
      <dgm:prSet/>
      <dgm:spPr/>
      <dgm:t>
        <a:bodyPr/>
        <a:lstStyle/>
        <a:p>
          <a:endParaRPr lang="en-US"/>
        </a:p>
      </dgm:t>
    </dgm:pt>
    <dgm:pt modelId="{F3E5EB96-B5B0-4B00-A7FB-19DD37DC4920}" type="sibTrans" cxnId="{73C1F1D9-BF31-40BD-8CBD-88BEFE174C64}">
      <dgm:prSet/>
      <dgm:spPr/>
      <dgm:t>
        <a:bodyPr/>
        <a:lstStyle/>
        <a:p>
          <a:endParaRPr lang="en-US"/>
        </a:p>
      </dgm:t>
    </dgm:pt>
    <dgm:pt modelId="{35757DA6-D0B6-4FE8-A7CD-4B178EA8C6FD}">
      <dgm:prSet/>
      <dgm:spPr/>
      <dgm:t>
        <a:bodyPr/>
        <a:lstStyle/>
        <a:p>
          <a:r>
            <a:rPr lang="en-US" b="0" i="0" baseline="0"/>
            <a:t>Reduces negative reviews on public platforms</a:t>
          </a:r>
          <a:endParaRPr lang="en-US"/>
        </a:p>
      </dgm:t>
    </dgm:pt>
    <dgm:pt modelId="{F43F80A6-5BE2-4C75-AEE0-594398F80072}" type="parTrans" cxnId="{556E1880-6181-41C5-81C3-52F15C6037AD}">
      <dgm:prSet/>
      <dgm:spPr/>
      <dgm:t>
        <a:bodyPr/>
        <a:lstStyle/>
        <a:p>
          <a:endParaRPr lang="en-US"/>
        </a:p>
      </dgm:t>
    </dgm:pt>
    <dgm:pt modelId="{CA5311AB-DD8F-472B-A5E5-5864537B9936}" type="sibTrans" cxnId="{556E1880-6181-41C5-81C3-52F15C6037AD}">
      <dgm:prSet/>
      <dgm:spPr/>
      <dgm:t>
        <a:bodyPr/>
        <a:lstStyle/>
        <a:p>
          <a:endParaRPr lang="en-US"/>
        </a:p>
      </dgm:t>
    </dgm:pt>
    <dgm:pt modelId="{10573BA6-9314-41E2-985A-F2C9A6CE79A3}" type="pres">
      <dgm:prSet presAssocID="{4AFAD4C6-26D1-43BC-8DC4-01EFA9FD8714}" presName="linear" presStyleCnt="0">
        <dgm:presLayoutVars>
          <dgm:animLvl val="lvl"/>
          <dgm:resizeHandles val="exact"/>
        </dgm:presLayoutVars>
      </dgm:prSet>
      <dgm:spPr/>
    </dgm:pt>
    <dgm:pt modelId="{2E5CB2FB-DC13-4E31-BD36-2F6DBAEB3C41}" type="pres">
      <dgm:prSet presAssocID="{86AF715A-6827-4CC8-82E5-4B1F15504B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FBC732-5B68-4094-A4FF-C03A86F42EBA}" type="pres">
      <dgm:prSet presAssocID="{6B91BC20-8804-4877-AB65-F531F060AE2E}" presName="spacer" presStyleCnt="0"/>
      <dgm:spPr/>
    </dgm:pt>
    <dgm:pt modelId="{A2185592-311B-440E-87B8-E45A41B7D9F6}" type="pres">
      <dgm:prSet presAssocID="{5B97BCF9-71FA-42DF-82D3-350C65A5F33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4CB1CF-AA0C-451D-9B2D-0C8D307F610A}" type="pres">
      <dgm:prSet presAssocID="{A28812C4-212B-4D63-8EC2-84701E7C5780}" presName="spacer" presStyleCnt="0"/>
      <dgm:spPr/>
    </dgm:pt>
    <dgm:pt modelId="{B6830ECB-6753-440B-83DE-41EE94E58935}" type="pres">
      <dgm:prSet presAssocID="{5DD5E4F0-864C-4F6F-A5BE-3A2B1DEAE4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A97937F-C357-470E-855F-3CCF613229C8}" type="pres">
      <dgm:prSet presAssocID="{5A51BB37-D6A7-4657-B205-F9B427D2ED8A}" presName="spacer" presStyleCnt="0"/>
      <dgm:spPr/>
    </dgm:pt>
    <dgm:pt modelId="{A8CDD0A9-708A-4514-840E-3670131211D2}" type="pres">
      <dgm:prSet presAssocID="{3FB3E82B-04BA-44ED-BB37-DFCA6A059E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7EF56C3-CC92-40D8-B7E6-D1EAFEE39BF5}" type="pres">
      <dgm:prSet presAssocID="{F3E5EB96-B5B0-4B00-A7FB-19DD37DC4920}" presName="spacer" presStyleCnt="0"/>
      <dgm:spPr/>
    </dgm:pt>
    <dgm:pt modelId="{9EA12499-B820-451A-BA56-087725122552}" type="pres">
      <dgm:prSet presAssocID="{35757DA6-D0B6-4FE8-A7CD-4B178EA8C6F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E72735C-5FAD-45A3-B183-6AAACA00BC4D}" srcId="{4AFAD4C6-26D1-43BC-8DC4-01EFA9FD8714}" destId="{5B97BCF9-71FA-42DF-82D3-350C65A5F336}" srcOrd="1" destOrd="0" parTransId="{3AAF1E41-C6B0-42B2-B283-94549665C221}" sibTransId="{A28812C4-212B-4D63-8EC2-84701E7C5780}"/>
    <dgm:cxn modelId="{977B9D46-9DC6-4687-A367-558286E98F07}" srcId="{4AFAD4C6-26D1-43BC-8DC4-01EFA9FD8714}" destId="{5DD5E4F0-864C-4F6F-A5BE-3A2B1DEAE40C}" srcOrd="2" destOrd="0" parTransId="{CBFE442D-1B38-4D46-85D4-39DDFC36CEAD}" sibTransId="{5A51BB37-D6A7-4657-B205-F9B427D2ED8A}"/>
    <dgm:cxn modelId="{C368CE49-EE02-4850-9BD7-3FA3717A3C18}" srcId="{4AFAD4C6-26D1-43BC-8DC4-01EFA9FD8714}" destId="{86AF715A-6827-4CC8-82E5-4B1F15504B43}" srcOrd="0" destOrd="0" parTransId="{1C441C78-358A-4627-83C2-E38C22C74C5A}" sibTransId="{6B91BC20-8804-4877-AB65-F531F060AE2E}"/>
    <dgm:cxn modelId="{52073F4B-491F-48CB-A944-B3D3A16F1D4A}" type="presOf" srcId="{3FB3E82B-04BA-44ED-BB37-DFCA6A059E5D}" destId="{A8CDD0A9-708A-4514-840E-3670131211D2}" srcOrd="0" destOrd="0" presId="urn:microsoft.com/office/officeart/2005/8/layout/vList2"/>
    <dgm:cxn modelId="{556E1880-6181-41C5-81C3-52F15C6037AD}" srcId="{4AFAD4C6-26D1-43BC-8DC4-01EFA9FD8714}" destId="{35757DA6-D0B6-4FE8-A7CD-4B178EA8C6FD}" srcOrd="4" destOrd="0" parTransId="{F43F80A6-5BE2-4C75-AEE0-594398F80072}" sibTransId="{CA5311AB-DD8F-472B-A5E5-5864537B9936}"/>
    <dgm:cxn modelId="{F995228F-1068-4D2E-A357-A78CE6761985}" type="presOf" srcId="{35757DA6-D0B6-4FE8-A7CD-4B178EA8C6FD}" destId="{9EA12499-B820-451A-BA56-087725122552}" srcOrd="0" destOrd="0" presId="urn:microsoft.com/office/officeart/2005/8/layout/vList2"/>
    <dgm:cxn modelId="{B467E8AD-8A17-4C73-9E84-208B9DAA52E3}" type="presOf" srcId="{5B97BCF9-71FA-42DF-82D3-350C65A5F336}" destId="{A2185592-311B-440E-87B8-E45A41B7D9F6}" srcOrd="0" destOrd="0" presId="urn:microsoft.com/office/officeart/2005/8/layout/vList2"/>
    <dgm:cxn modelId="{506E2CAE-6F0D-4FB0-B1ED-BF8D93469BF4}" type="presOf" srcId="{86AF715A-6827-4CC8-82E5-4B1F15504B43}" destId="{2E5CB2FB-DC13-4E31-BD36-2F6DBAEB3C41}" srcOrd="0" destOrd="0" presId="urn:microsoft.com/office/officeart/2005/8/layout/vList2"/>
    <dgm:cxn modelId="{2C3DE7B1-8DAE-480F-800A-39459611FEF0}" type="presOf" srcId="{4AFAD4C6-26D1-43BC-8DC4-01EFA9FD8714}" destId="{10573BA6-9314-41E2-985A-F2C9A6CE79A3}" srcOrd="0" destOrd="0" presId="urn:microsoft.com/office/officeart/2005/8/layout/vList2"/>
    <dgm:cxn modelId="{73C1F1D9-BF31-40BD-8CBD-88BEFE174C64}" srcId="{4AFAD4C6-26D1-43BC-8DC4-01EFA9FD8714}" destId="{3FB3E82B-04BA-44ED-BB37-DFCA6A059E5D}" srcOrd="3" destOrd="0" parTransId="{A8BED7E5-F49E-48B8-9C47-CB86275A29E2}" sibTransId="{F3E5EB96-B5B0-4B00-A7FB-19DD37DC4920}"/>
    <dgm:cxn modelId="{A2676BEA-0CBC-4248-A406-39305957CCBA}" type="presOf" srcId="{5DD5E4F0-864C-4F6F-A5BE-3A2B1DEAE40C}" destId="{B6830ECB-6753-440B-83DE-41EE94E58935}" srcOrd="0" destOrd="0" presId="urn:microsoft.com/office/officeart/2005/8/layout/vList2"/>
    <dgm:cxn modelId="{1B2292D7-6339-49D6-A942-306DD2FF0C6D}" type="presParOf" srcId="{10573BA6-9314-41E2-985A-F2C9A6CE79A3}" destId="{2E5CB2FB-DC13-4E31-BD36-2F6DBAEB3C41}" srcOrd="0" destOrd="0" presId="urn:microsoft.com/office/officeart/2005/8/layout/vList2"/>
    <dgm:cxn modelId="{CA67A9DE-ED3E-45F5-B0FD-5800647E3BBA}" type="presParOf" srcId="{10573BA6-9314-41E2-985A-F2C9A6CE79A3}" destId="{94FBC732-5B68-4094-A4FF-C03A86F42EBA}" srcOrd="1" destOrd="0" presId="urn:microsoft.com/office/officeart/2005/8/layout/vList2"/>
    <dgm:cxn modelId="{0F20D033-8B00-4C8B-9876-9D2152E84880}" type="presParOf" srcId="{10573BA6-9314-41E2-985A-F2C9A6CE79A3}" destId="{A2185592-311B-440E-87B8-E45A41B7D9F6}" srcOrd="2" destOrd="0" presId="urn:microsoft.com/office/officeart/2005/8/layout/vList2"/>
    <dgm:cxn modelId="{5FA82E4D-0C08-4EBA-B3E8-BB39EC4EEF3A}" type="presParOf" srcId="{10573BA6-9314-41E2-985A-F2C9A6CE79A3}" destId="{F14CB1CF-AA0C-451D-9B2D-0C8D307F610A}" srcOrd="3" destOrd="0" presId="urn:microsoft.com/office/officeart/2005/8/layout/vList2"/>
    <dgm:cxn modelId="{016001BD-69D1-4919-96A2-697FF2FE3FD9}" type="presParOf" srcId="{10573BA6-9314-41E2-985A-F2C9A6CE79A3}" destId="{B6830ECB-6753-440B-83DE-41EE94E58935}" srcOrd="4" destOrd="0" presId="urn:microsoft.com/office/officeart/2005/8/layout/vList2"/>
    <dgm:cxn modelId="{51ECE965-8543-4D43-9415-619FB9398348}" type="presParOf" srcId="{10573BA6-9314-41E2-985A-F2C9A6CE79A3}" destId="{AA97937F-C357-470E-855F-3CCF613229C8}" srcOrd="5" destOrd="0" presId="urn:microsoft.com/office/officeart/2005/8/layout/vList2"/>
    <dgm:cxn modelId="{218035E1-8631-4B8F-B338-CB5AAE071A50}" type="presParOf" srcId="{10573BA6-9314-41E2-985A-F2C9A6CE79A3}" destId="{A8CDD0A9-708A-4514-840E-3670131211D2}" srcOrd="6" destOrd="0" presId="urn:microsoft.com/office/officeart/2005/8/layout/vList2"/>
    <dgm:cxn modelId="{B71E3EDB-F1F0-4CDA-8099-2D359DFB078C}" type="presParOf" srcId="{10573BA6-9314-41E2-985A-F2C9A6CE79A3}" destId="{87EF56C3-CC92-40D8-B7E6-D1EAFEE39BF5}" srcOrd="7" destOrd="0" presId="urn:microsoft.com/office/officeart/2005/8/layout/vList2"/>
    <dgm:cxn modelId="{7C4B7994-8D0D-4D13-8290-F871290F661E}" type="presParOf" srcId="{10573BA6-9314-41E2-985A-F2C9A6CE79A3}" destId="{9EA12499-B820-451A-BA56-08772512255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FAD4C6-26D1-43BC-8DC4-01EFA9FD87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AF715A-6827-4CC8-82E5-4B1F15504B43}">
      <dgm:prSet/>
      <dgm:spPr/>
      <dgm:t>
        <a:bodyPr/>
        <a:lstStyle/>
        <a:p>
          <a:r>
            <a:rPr lang="en-US" dirty="0"/>
            <a:t>Flutter + </a:t>
          </a:r>
          <a:r>
            <a:rPr lang="en-US" dirty="0" err="1"/>
            <a:t>GetX</a:t>
          </a:r>
          <a:endParaRPr lang="en-US" dirty="0"/>
        </a:p>
      </dgm:t>
    </dgm:pt>
    <dgm:pt modelId="{1C441C78-358A-4627-83C2-E38C22C74C5A}" type="parTrans" cxnId="{C368CE49-EE02-4850-9BD7-3FA3717A3C18}">
      <dgm:prSet/>
      <dgm:spPr/>
      <dgm:t>
        <a:bodyPr/>
        <a:lstStyle/>
        <a:p>
          <a:endParaRPr lang="en-US"/>
        </a:p>
      </dgm:t>
    </dgm:pt>
    <dgm:pt modelId="{6B91BC20-8804-4877-AB65-F531F060AE2E}" type="sibTrans" cxnId="{C368CE49-EE02-4850-9BD7-3FA3717A3C18}">
      <dgm:prSet/>
      <dgm:spPr/>
      <dgm:t>
        <a:bodyPr/>
        <a:lstStyle/>
        <a:p>
          <a:endParaRPr lang="en-US"/>
        </a:p>
      </dgm:t>
    </dgm:pt>
    <dgm:pt modelId="{5B97BCF9-71FA-42DF-82D3-350C65A5F336}">
      <dgm:prSet/>
      <dgm:spPr/>
      <dgm:t>
        <a:bodyPr/>
        <a:lstStyle/>
        <a:p>
          <a:r>
            <a:rPr lang="en-US" dirty="0" err="1"/>
            <a:t>Supabase</a:t>
          </a:r>
          <a:r>
            <a:rPr lang="en-US" dirty="0"/>
            <a:t> </a:t>
          </a:r>
        </a:p>
      </dgm:t>
    </dgm:pt>
    <dgm:pt modelId="{3AAF1E41-C6B0-42B2-B283-94549665C221}" type="parTrans" cxnId="{8E72735C-5FAD-45A3-B183-6AAACA00BC4D}">
      <dgm:prSet/>
      <dgm:spPr/>
      <dgm:t>
        <a:bodyPr/>
        <a:lstStyle/>
        <a:p>
          <a:endParaRPr lang="en-US"/>
        </a:p>
      </dgm:t>
    </dgm:pt>
    <dgm:pt modelId="{A28812C4-212B-4D63-8EC2-84701E7C5780}" type="sibTrans" cxnId="{8E72735C-5FAD-45A3-B183-6AAACA00BC4D}">
      <dgm:prSet/>
      <dgm:spPr/>
      <dgm:t>
        <a:bodyPr/>
        <a:lstStyle/>
        <a:p>
          <a:endParaRPr lang="en-US"/>
        </a:p>
      </dgm:t>
    </dgm:pt>
    <dgm:pt modelId="{5DD5E4F0-864C-4F6F-A5BE-3A2B1DEAE40C}">
      <dgm:prSet/>
      <dgm:spPr/>
      <dgm:t>
        <a:bodyPr/>
        <a:lstStyle/>
        <a:p>
          <a:r>
            <a:rPr lang="en-US" dirty="0"/>
            <a:t>FL Charts (Admin)</a:t>
          </a:r>
        </a:p>
      </dgm:t>
    </dgm:pt>
    <dgm:pt modelId="{CBFE442D-1B38-4D46-85D4-39DDFC36CEAD}" type="parTrans" cxnId="{977B9D46-9DC6-4687-A367-558286E98F07}">
      <dgm:prSet/>
      <dgm:spPr/>
      <dgm:t>
        <a:bodyPr/>
        <a:lstStyle/>
        <a:p>
          <a:endParaRPr lang="en-US"/>
        </a:p>
      </dgm:t>
    </dgm:pt>
    <dgm:pt modelId="{5A51BB37-D6A7-4657-B205-F9B427D2ED8A}" type="sibTrans" cxnId="{977B9D46-9DC6-4687-A367-558286E98F07}">
      <dgm:prSet/>
      <dgm:spPr/>
      <dgm:t>
        <a:bodyPr/>
        <a:lstStyle/>
        <a:p>
          <a:endParaRPr lang="en-US"/>
        </a:p>
      </dgm:t>
    </dgm:pt>
    <dgm:pt modelId="{3FB3E82B-04BA-44ED-BB37-DFCA6A059E5D}">
      <dgm:prSet/>
      <dgm:spPr/>
      <dgm:t>
        <a:bodyPr/>
        <a:lstStyle/>
        <a:p>
          <a:r>
            <a:rPr lang="en-US" dirty="0"/>
            <a:t>Speech-to-text engine</a:t>
          </a:r>
        </a:p>
      </dgm:t>
    </dgm:pt>
    <dgm:pt modelId="{A8BED7E5-F49E-48B8-9C47-CB86275A29E2}" type="parTrans" cxnId="{73C1F1D9-BF31-40BD-8CBD-88BEFE174C64}">
      <dgm:prSet/>
      <dgm:spPr/>
      <dgm:t>
        <a:bodyPr/>
        <a:lstStyle/>
        <a:p>
          <a:endParaRPr lang="en-US"/>
        </a:p>
      </dgm:t>
    </dgm:pt>
    <dgm:pt modelId="{F3E5EB96-B5B0-4B00-A7FB-19DD37DC4920}" type="sibTrans" cxnId="{73C1F1D9-BF31-40BD-8CBD-88BEFE174C64}">
      <dgm:prSet/>
      <dgm:spPr/>
      <dgm:t>
        <a:bodyPr/>
        <a:lstStyle/>
        <a:p>
          <a:endParaRPr lang="en-US"/>
        </a:p>
      </dgm:t>
    </dgm:pt>
    <dgm:pt modelId="{35757DA6-D0B6-4FE8-A7CD-4B178EA8C6FD}">
      <dgm:prSet/>
      <dgm:spPr/>
      <dgm:t>
        <a:bodyPr/>
        <a:lstStyle/>
        <a:p>
          <a:r>
            <a:rPr lang="en-US" dirty="0"/>
            <a:t>Localization EN/AR</a:t>
          </a:r>
        </a:p>
      </dgm:t>
    </dgm:pt>
    <dgm:pt modelId="{F43F80A6-5BE2-4C75-AEE0-594398F80072}" type="parTrans" cxnId="{556E1880-6181-41C5-81C3-52F15C6037AD}">
      <dgm:prSet/>
      <dgm:spPr/>
      <dgm:t>
        <a:bodyPr/>
        <a:lstStyle/>
        <a:p>
          <a:endParaRPr lang="en-US"/>
        </a:p>
      </dgm:t>
    </dgm:pt>
    <dgm:pt modelId="{CA5311AB-DD8F-472B-A5E5-5864537B9936}" type="sibTrans" cxnId="{556E1880-6181-41C5-81C3-52F15C6037AD}">
      <dgm:prSet/>
      <dgm:spPr/>
      <dgm:t>
        <a:bodyPr/>
        <a:lstStyle/>
        <a:p>
          <a:endParaRPr lang="en-US"/>
        </a:p>
      </dgm:t>
    </dgm:pt>
    <dgm:pt modelId="{10573BA6-9314-41E2-985A-F2C9A6CE79A3}" type="pres">
      <dgm:prSet presAssocID="{4AFAD4C6-26D1-43BC-8DC4-01EFA9FD8714}" presName="linear" presStyleCnt="0">
        <dgm:presLayoutVars>
          <dgm:animLvl val="lvl"/>
          <dgm:resizeHandles val="exact"/>
        </dgm:presLayoutVars>
      </dgm:prSet>
      <dgm:spPr/>
    </dgm:pt>
    <dgm:pt modelId="{2E5CB2FB-DC13-4E31-BD36-2F6DBAEB3C41}" type="pres">
      <dgm:prSet presAssocID="{86AF715A-6827-4CC8-82E5-4B1F15504B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FBC732-5B68-4094-A4FF-C03A86F42EBA}" type="pres">
      <dgm:prSet presAssocID="{6B91BC20-8804-4877-AB65-F531F060AE2E}" presName="spacer" presStyleCnt="0"/>
      <dgm:spPr/>
    </dgm:pt>
    <dgm:pt modelId="{A2185592-311B-440E-87B8-E45A41B7D9F6}" type="pres">
      <dgm:prSet presAssocID="{5B97BCF9-71FA-42DF-82D3-350C65A5F33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4CB1CF-AA0C-451D-9B2D-0C8D307F610A}" type="pres">
      <dgm:prSet presAssocID="{A28812C4-212B-4D63-8EC2-84701E7C5780}" presName="spacer" presStyleCnt="0"/>
      <dgm:spPr/>
    </dgm:pt>
    <dgm:pt modelId="{B6830ECB-6753-440B-83DE-41EE94E58935}" type="pres">
      <dgm:prSet presAssocID="{5DD5E4F0-864C-4F6F-A5BE-3A2B1DEAE4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A97937F-C357-470E-855F-3CCF613229C8}" type="pres">
      <dgm:prSet presAssocID="{5A51BB37-D6A7-4657-B205-F9B427D2ED8A}" presName="spacer" presStyleCnt="0"/>
      <dgm:spPr/>
    </dgm:pt>
    <dgm:pt modelId="{A8CDD0A9-708A-4514-840E-3670131211D2}" type="pres">
      <dgm:prSet presAssocID="{3FB3E82B-04BA-44ED-BB37-DFCA6A059E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7EF56C3-CC92-40D8-B7E6-D1EAFEE39BF5}" type="pres">
      <dgm:prSet presAssocID="{F3E5EB96-B5B0-4B00-A7FB-19DD37DC4920}" presName="spacer" presStyleCnt="0"/>
      <dgm:spPr/>
    </dgm:pt>
    <dgm:pt modelId="{9EA12499-B820-451A-BA56-087725122552}" type="pres">
      <dgm:prSet presAssocID="{35757DA6-D0B6-4FE8-A7CD-4B178EA8C6F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E72735C-5FAD-45A3-B183-6AAACA00BC4D}" srcId="{4AFAD4C6-26D1-43BC-8DC4-01EFA9FD8714}" destId="{5B97BCF9-71FA-42DF-82D3-350C65A5F336}" srcOrd="1" destOrd="0" parTransId="{3AAF1E41-C6B0-42B2-B283-94549665C221}" sibTransId="{A28812C4-212B-4D63-8EC2-84701E7C5780}"/>
    <dgm:cxn modelId="{977B9D46-9DC6-4687-A367-558286E98F07}" srcId="{4AFAD4C6-26D1-43BC-8DC4-01EFA9FD8714}" destId="{5DD5E4F0-864C-4F6F-A5BE-3A2B1DEAE40C}" srcOrd="2" destOrd="0" parTransId="{CBFE442D-1B38-4D46-85D4-39DDFC36CEAD}" sibTransId="{5A51BB37-D6A7-4657-B205-F9B427D2ED8A}"/>
    <dgm:cxn modelId="{C368CE49-EE02-4850-9BD7-3FA3717A3C18}" srcId="{4AFAD4C6-26D1-43BC-8DC4-01EFA9FD8714}" destId="{86AF715A-6827-4CC8-82E5-4B1F15504B43}" srcOrd="0" destOrd="0" parTransId="{1C441C78-358A-4627-83C2-E38C22C74C5A}" sibTransId="{6B91BC20-8804-4877-AB65-F531F060AE2E}"/>
    <dgm:cxn modelId="{52073F4B-491F-48CB-A944-B3D3A16F1D4A}" type="presOf" srcId="{3FB3E82B-04BA-44ED-BB37-DFCA6A059E5D}" destId="{A8CDD0A9-708A-4514-840E-3670131211D2}" srcOrd="0" destOrd="0" presId="urn:microsoft.com/office/officeart/2005/8/layout/vList2"/>
    <dgm:cxn modelId="{556E1880-6181-41C5-81C3-52F15C6037AD}" srcId="{4AFAD4C6-26D1-43BC-8DC4-01EFA9FD8714}" destId="{35757DA6-D0B6-4FE8-A7CD-4B178EA8C6FD}" srcOrd="4" destOrd="0" parTransId="{F43F80A6-5BE2-4C75-AEE0-594398F80072}" sibTransId="{CA5311AB-DD8F-472B-A5E5-5864537B9936}"/>
    <dgm:cxn modelId="{F995228F-1068-4D2E-A357-A78CE6761985}" type="presOf" srcId="{35757DA6-D0B6-4FE8-A7CD-4B178EA8C6FD}" destId="{9EA12499-B820-451A-BA56-087725122552}" srcOrd="0" destOrd="0" presId="urn:microsoft.com/office/officeart/2005/8/layout/vList2"/>
    <dgm:cxn modelId="{B467E8AD-8A17-4C73-9E84-208B9DAA52E3}" type="presOf" srcId="{5B97BCF9-71FA-42DF-82D3-350C65A5F336}" destId="{A2185592-311B-440E-87B8-E45A41B7D9F6}" srcOrd="0" destOrd="0" presId="urn:microsoft.com/office/officeart/2005/8/layout/vList2"/>
    <dgm:cxn modelId="{506E2CAE-6F0D-4FB0-B1ED-BF8D93469BF4}" type="presOf" srcId="{86AF715A-6827-4CC8-82E5-4B1F15504B43}" destId="{2E5CB2FB-DC13-4E31-BD36-2F6DBAEB3C41}" srcOrd="0" destOrd="0" presId="urn:microsoft.com/office/officeart/2005/8/layout/vList2"/>
    <dgm:cxn modelId="{2C3DE7B1-8DAE-480F-800A-39459611FEF0}" type="presOf" srcId="{4AFAD4C6-26D1-43BC-8DC4-01EFA9FD8714}" destId="{10573BA6-9314-41E2-985A-F2C9A6CE79A3}" srcOrd="0" destOrd="0" presId="urn:microsoft.com/office/officeart/2005/8/layout/vList2"/>
    <dgm:cxn modelId="{73C1F1D9-BF31-40BD-8CBD-88BEFE174C64}" srcId="{4AFAD4C6-26D1-43BC-8DC4-01EFA9FD8714}" destId="{3FB3E82B-04BA-44ED-BB37-DFCA6A059E5D}" srcOrd="3" destOrd="0" parTransId="{A8BED7E5-F49E-48B8-9C47-CB86275A29E2}" sibTransId="{F3E5EB96-B5B0-4B00-A7FB-19DD37DC4920}"/>
    <dgm:cxn modelId="{A2676BEA-0CBC-4248-A406-39305957CCBA}" type="presOf" srcId="{5DD5E4F0-864C-4F6F-A5BE-3A2B1DEAE40C}" destId="{B6830ECB-6753-440B-83DE-41EE94E58935}" srcOrd="0" destOrd="0" presId="urn:microsoft.com/office/officeart/2005/8/layout/vList2"/>
    <dgm:cxn modelId="{1B2292D7-6339-49D6-A942-306DD2FF0C6D}" type="presParOf" srcId="{10573BA6-9314-41E2-985A-F2C9A6CE79A3}" destId="{2E5CB2FB-DC13-4E31-BD36-2F6DBAEB3C41}" srcOrd="0" destOrd="0" presId="urn:microsoft.com/office/officeart/2005/8/layout/vList2"/>
    <dgm:cxn modelId="{CA67A9DE-ED3E-45F5-B0FD-5800647E3BBA}" type="presParOf" srcId="{10573BA6-9314-41E2-985A-F2C9A6CE79A3}" destId="{94FBC732-5B68-4094-A4FF-C03A86F42EBA}" srcOrd="1" destOrd="0" presId="urn:microsoft.com/office/officeart/2005/8/layout/vList2"/>
    <dgm:cxn modelId="{0F20D033-8B00-4C8B-9876-9D2152E84880}" type="presParOf" srcId="{10573BA6-9314-41E2-985A-F2C9A6CE79A3}" destId="{A2185592-311B-440E-87B8-E45A41B7D9F6}" srcOrd="2" destOrd="0" presId="urn:microsoft.com/office/officeart/2005/8/layout/vList2"/>
    <dgm:cxn modelId="{5FA82E4D-0C08-4EBA-B3E8-BB39EC4EEF3A}" type="presParOf" srcId="{10573BA6-9314-41E2-985A-F2C9A6CE79A3}" destId="{F14CB1CF-AA0C-451D-9B2D-0C8D307F610A}" srcOrd="3" destOrd="0" presId="urn:microsoft.com/office/officeart/2005/8/layout/vList2"/>
    <dgm:cxn modelId="{016001BD-69D1-4919-96A2-697FF2FE3FD9}" type="presParOf" srcId="{10573BA6-9314-41E2-985A-F2C9A6CE79A3}" destId="{B6830ECB-6753-440B-83DE-41EE94E58935}" srcOrd="4" destOrd="0" presId="urn:microsoft.com/office/officeart/2005/8/layout/vList2"/>
    <dgm:cxn modelId="{51ECE965-8543-4D43-9415-619FB9398348}" type="presParOf" srcId="{10573BA6-9314-41E2-985A-F2C9A6CE79A3}" destId="{AA97937F-C357-470E-855F-3CCF613229C8}" srcOrd="5" destOrd="0" presId="urn:microsoft.com/office/officeart/2005/8/layout/vList2"/>
    <dgm:cxn modelId="{218035E1-8631-4B8F-B338-CB5AAE071A50}" type="presParOf" srcId="{10573BA6-9314-41E2-985A-F2C9A6CE79A3}" destId="{A8CDD0A9-708A-4514-840E-3670131211D2}" srcOrd="6" destOrd="0" presId="urn:microsoft.com/office/officeart/2005/8/layout/vList2"/>
    <dgm:cxn modelId="{B71E3EDB-F1F0-4CDA-8099-2D359DFB078C}" type="presParOf" srcId="{10573BA6-9314-41E2-985A-F2C9A6CE79A3}" destId="{87EF56C3-CC92-40D8-B7E6-D1EAFEE39BF5}" srcOrd="7" destOrd="0" presId="urn:microsoft.com/office/officeart/2005/8/layout/vList2"/>
    <dgm:cxn modelId="{7C4B7994-8D0D-4D13-8290-F871290F661E}" type="presParOf" srcId="{10573BA6-9314-41E2-985A-F2C9A6CE79A3}" destId="{9EA12499-B820-451A-BA56-08772512255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FAD4C6-26D1-43BC-8DC4-01EFA9FD87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AF715A-6827-4CC8-82E5-4B1F15504B43}">
      <dgm:prSet/>
      <dgm:spPr/>
      <dgm:t>
        <a:bodyPr/>
        <a:lstStyle/>
        <a:p>
          <a:r>
            <a:rPr lang="en-US" dirty="0"/>
            <a:t>Fast development (Hot Reload)</a:t>
          </a:r>
        </a:p>
      </dgm:t>
    </dgm:pt>
    <dgm:pt modelId="{1C441C78-358A-4627-83C2-E38C22C74C5A}" type="parTrans" cxnId="{C368CE49-EE02-4850-9BD7-3FA3717A3C18}">
      <dgm:prSet/>
      <dgm:spPr/>
      <dgm:t>
        <a:bodyPr/>
        <a:lstStyle/>
        <a:p>
          <a:endParaRPr lang="en-US"/>
        </a:p>
      </dgm:t>
    </dgm:pt>
    <dgm:pt modelId="{6B91BC20-8804-4877-AB65-F531F060AE2E}" type="sibTrans" cxnId="{C368CE49-EE02-4850-9BD7-3FA3717A3C18}">
      <dgm:prSet/>
      <dgm:spPr/>
      <dgm:t>
        <a:bodyPr/>
        <a:lstStyle/>
        <a:p>
          <a:endParaRPr lang="en-US"/>
        </a:p>
      </dgm:t>
    </dgm:pt>
    <dgm:pt modelId="{5B97BCF9-71FA-42DF-82D3-350C65A5F336}">
      <dgm:prSet/>
      <dgm:spPr/>
      <dgm:t>
        <a:bodyPr/>
        <a:lstStyle/>
        <a:p>
          <a:r>
            <a:rPr lang="en-US" dirty="0"/>
            <a:t>One codebase for iOS/Android</a:t>
          </a:r>
        </a:p>
      </dgm:t>
    </dgm:pt>
    <dgm:pt modelId="{3AAF1E41-C6B0-42B2-B283-94549665C221}" type="parTrans" cxnId="{8E72735C-5FAD-45A3-B183-6AAACA00BC4D}">
      <dgm:prSet/>
      <dgm:spPr/>
      <dgm:t>
        <a:bodyPr/>
        <a:lstStyle/>
        <a:p>
          <a:endParaRPr lang="en-US"/>
        </a:p>
      </dgm:t>
    </dgm:pt>
    <dgm:pt modelId="{A28812C4-212B-4D63-8EC2-84701E7C5780}" type="sibTrans" cxnId="{8E72735C-5FAD-45A3-B183-6AAACA00BC4D}">
      <dgm:prSet/>
      <dgm:spPr/>
      <dgm:t>
        <a:bodyPr/>
        <a:lstStyle/>
        <a:p>
          <a:endParaRPr lang="en-US"/>
        </a:p>
      </dgm:t>
    </dgm:pt>
    <dgm:pt modelId="{5DD5E4F0-864C-4F6F-A5BE-3A2B1DEAE40C}">
      <dgm:prSet/>
      <dgm:spPr/>
      <dgm:t>
        <a:bodyPr/>
        <a:lstStyle/>
        <a:p>
          <a:r>
            <a:rPr lang="en-US" dirty="0"/>
            <a:t>High performance &amp; smooth UI</a:t>
          </a:r>
        </a:p>
      </dgm:t>
    </dgm:pt>
    <dgm:pt modelId="{CBFE442D-1B38-4D46-85D4-39DDFC36CEAD}" type="parTrans" cxnId="{977B9D46-9DC6-4687-A367-558286E98F07}">
      <dgm:prSet/>
      <dgm:spPr/>
      <dgm:t>
        <a:bodyPr/>
        <a:lstStyle/>
        <a:p>
          <a:endParaRPr lang="en-US"/>
        </a:p>
      </dgm:t>
    </dgm:pt>
    <dgm:pt modelId="{5A51BB37-D6A7-4657-B205-F9B427D2ED8A}" type="sibTrans" cxnId="{977B9D46-9DC6-4687-A367-558286E98F07}">
      <dgm:prSet/>
      <dgm:spPr/>
      <dgm:t>
        <a:bodyPr/>
        <a:lstStyle/>
        <a:p>
          <a:endParaRPr lang="en-US"/>
        </a:p>
      </dgm:t>
    </dgm:pt>
    <dgm:pt modelId="{3FB3E82B-04BA-44ED-BB37-DFCA6A059E5D}">
      <dgm:prSet/>
      <dgm:spPr/>
      <dgm:t>
        <a:bodyPr/>
        <a:lstStyle/>
        <a:p>
          <a:r>
            <a:rPr lang="en-US" dirty="0"/>
            <a:t>Beautiful UI with consistent rendering</a:t>
          </a:r>
        </a:p>
      </dgm:t>
    </dgm:pt>
    <dgm:pt modelId="{A8BED7E5-F49E-48B8-9C47-CB86275A29E2}" type="parTrans" cxnId="{73C1F1D9-BF31-40BD-8CBD-88BEFE174C64}">
      <dgm:prSet/>
      <dgm:spPr/>
      <dgm:t>
        <a:bodyPr/>
        <a:lstStyle/>
        <a:p>
          <a:endParaRPr lang="en-US"/>
        </a:p>
      </dgm:t>
    </dgm:pt>
    <dgm:pt modelId="{F3E5EB96-B5B0-4B00-A7FB-19DD37DC4920}" type="sibTrans" cxnId="{73C1F1D9-BF31-40BD-8CBD-88BEFE174C64}">
      <dgm:prSet/>
      <dgm:spPr/>
      <dgm:t>
        <a:bodyPr/>
        <a:lstStyle/>
        <a:p>
          <a:endParaRPr lang="en-US"/>
        </a:p>
      </dgm:t>
    </dgm:pt>
    <dgm:pt modelId="{35757DA6-D0B6-4FE8-A7CD-4B178EA8C6FD}">
      <dgm:prSet/>
      <dgm:spPr/>
      <dgm:t>
        <a:bodyPr/>
        <a:lstStyle/>
        <a:p>
          <a:r>
            <a:rPr lang="en-US" dirty="0"/>
            <a:t>Perfect for multilingual apps	</a:t>
          </a:r>
        </a:p>
      </dgm:t>
    </dgm:pt>
    <dgm:pt modelId="{F43F80A6-5BE2-4C75-AEE0-594398F80072}" type="parTrans" cxnId="{556E1880-6181-41C5-81C3-52F15C6037AD}">
      <dgm:prSet/>
      <dgm:spPr/>
      <dgm:t>
        <a:bodyPr/>
        <a:lstStyle/>
        <a:p>
          <a:endParaRPr lang="en-US"/>
        </a:p>
      </dgm:t>
    </dgm:pt>
    <dgm:pt modelId="{CA5311AB-DD8F-472B-A5E5-5864537B9936}" type="sibTrans" cxnId="{556E1880-6181-41C5-81C3-52F15C6037AD}">
      <dgm:prSet/>
      <dgm:spPr/>
      <dgm:t>
        <a:bodyPr/>
        <a:lstStyle/>
        <a:p>
          <a:endParaRPr lang="en-US"/>
        </a:p>
      </dgm:t>
    </dgm:pt>
    <dgm:pt modelId="{10573BA6-9314-41E2-985A-F2C9A6CE79A3}" type="pres">
      <dgm:prSet presAssocID="{4AFAD4C6-26D1-43BC-8DC4-01EFA9FD8714}" presName="linear" presStyleCnt="0">
        <dgm:presLayoutVars>
          <dgm:animLvl val="lvl"/>
          <dgm:resizeHandles val="exact"/>
        </dgm:presLayoutVars>
      </dgm:prSet>
      <dgm:spPr/>
    </dgm:pt>
    <dgm:pt modelId="{2E5CB2FB-DC13-4E31-BD36-2F6DBAEB3C41}" type="pres">
      <dgm:prSet presAssocID="{86AF715A-6827-4CC8-82E5-4B1F15504B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FBC732-5B68-4094-A4FF-C03A86F42EBA}" type="pres">
      <dgm:prSet presAssocID="{6B91BC20-8804-4877-AB65-F531F060AE2E}" presName="spacer" presStyleCnt="0"/>
      <dgm:spPr/>
    </dgm:pt>
    <dgm:pt modelId="{A2185592-311B-440E-87B8-E45A41B7D9F6}" type="pres">
      <dgm:prSet presAssocID="{5B97BCF9-71FA-42DF-82D3-350C65A5F33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4CB1CF-AA0C-451D-9B2D-0C8D307F610A}" type="pres">
      <dgm:prSet presAssocID="{A28812C4-212B-4D63-8EC2-84701E7C5780}" presName="spacer" presStyleCnt="0"/>
      <dgm:spPr/>
    </dgm:pt>
    <dgm:pt modelId="{B6830ECB-6753-440B-83DE-41EE94E58935}" type="pres">
      <dgm:prSet presAssocID="{5DD5E4F0-864C-4F6F-A5BE-3A2B1DEAE4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A97937F-C357-470E-855F-3CCF613229C8}" type="pres">
      <dgm:prSet presAssocID="{5A51BB37-D6A7-4657-B205-F9B427D2ED8A}" presName="spacer" presStyleCnt="0"/>
      <dgm:spPr/>
    </dgm:pt>
    <dgm:pt modelId="{A8CDD0A9-708A-4514-840E-3670131211D2}" type="pres">
      <dgm:prSet presAssocID="{3FB3E82B-04BA-44ED-BB37-DFCA6A059E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7EF56C3-CC92-40D8-B7E6-D1EAFEE39BF5}" type="pres">
      <dgm:prSet presAssocID="{F3E5EB96-B5B0-4B00-A7FB-19DD37DC4920}" presName="spacer" presStyleCnt="0"/>
      <dgm:spPr/>
    </dgm:pt>
    <dgm:pt modelId="{9EA12499-B820-451A-BA56-087725122552}" type="pres">
      <dgm:prSet presAssocID="{35757DA6-D0B6-4FE8-A7CD-4B178EA8C6F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E72735C-5FAD-45A3-B183-6AAACA00BC4D}" srcId="{4AFAD4C6-26D1-43BC-8DC4-01EFA9FD8714}" destId="{5B97BCF9-71FA-42DF-82D3-350C65A5F336}" srcOrd="1" destOrd="0" parTransId="{3AAF1E41-C6B0-42B2-B283-94549665C221}" sibTransId="{A28812C4-212B-4D63-8EC2-84701E7C5780}"/>
    <dgm:cxn modelId="{977B9D46-9DC6-4687-A367-558286E98F07}" srcId="{4AFAD4C6-26D1-43BC-8DC4-01EFA9FD8714}" destId="{5DD5E4F0-864C-4F6F-A5BE-3A2B1DEAE40C}" srcOrd="2" destOrd="0" parTransId="{CBFE442D-1B38-4D46-85D4-39DDFC36CEAD}" sibTransId="{5A51BB37-D6A7-4657-B205-F9B427D2ED8A}"/>
    <dgm:cxn modelId="{C368CE49-EE02-4850-9BD7-3FA3717A3C18}" srcId="{4AFAD4C6-26D1-43BC-8DC4-01EFA9FD8714}" destId="{86AF715A-6827-4CC8-82E5-4B1F15504B43}" srcOrd="0" destOrd="0" parTransId="{1C441C78-358A-4627-83C2-E38C22C74C5A}" sibTransId="{6B91BC20-8804-4877-AB65-F531F060AE2E}"/>
    <dgm:cxn modelId="{52073F4B-491F-48CB-A944-B3D3A16F1D4A}" type="presOf" srcId="{3FB3E82B-04BA-44ED-BB37-DFCA6A059E5D}" destId="{A8CDD0A9-708A-4514-840E-3670131211D2}" srcOrd="0" destOrd="0" presId="urn:microsoft.com/office/officeart/2005/8/layout/vList2"/>
    <dgm:cxn modelId="{556E1880-6181-41C5-81C3-52F15C6037AD}" srcId="{4AFAD4C6-26D1-43BC-8DC4-01EFA9FD8714}" destId="{35757DA6-D0B6-4FE8-A7CD-4B178EA8C6FD}" srcOrd="4" destOrd="0" parTransId="{F43F80A6-5BE2-4C75-AEE0-594398F80072}" sibTransId="{CA5311AB-DD8F-472B-A5E5-5864537B9936}"/>
    <dgm:cxn modelId="{F995228F-1068-4D2E-A357-A78CE6761985}" type="presOf" srcId="{35757DA6-D0B6-4FE8-A7CD-4B178EA8C6FD}" destId="{9EA12499-B820-451A-BA56-087725122552}" srcOrd="0" destOrd="0" presId="urn:microsoft.com/office/officeart/2005/8/layout/vList2"/>
    <dgm:cxn modelId="{B467E8AD-8A17-4C73-9E84-208B9DAA52E3}" type="presOf" srcId="{5B97BCF9-71FA-42DF-82D3-350C65A5F336}" destId="{A2185592-311B-440E-87B8-E45A41B7D9F6}" srcOrd="0" destOrd="0" presId="urn:microsoft.com/office/officeart/2005/8/layout/vList2"/>
    <dgm:cxn modelId="{506E2CAE-6F0D-4FB0-B1ED-BF8D93469BF4}" type="presOf" srcId="{86AF715A-6827-4CC8-82E5-4B1F15504B43}" destId="{2E5CB2FB-DC13-4E31-BD36-2F6DBAEB3C41}" srcOrd="0" destOrd="0" presId="urn:microsoft.com/office/officeart/2005/8/layout/vList2"/>
    <dgm:cxn modelId="{2C3DE7B1-8DAE-480F-800A-39459611FEF0}" type="presOf" srcId="{4AFAD4C6-26D1-43BC-8DC4-01EFA9FD8714}" destId="{10573BA6-9314-41E2-985A-F2C9A6CE79A3}" srcOrd="0" destOrd="0" presId="urn:microsoft.com/office/officeart/2005/8/layout/vList2"/>
    <dgm:cxn modelId="{73C1F1D9-BF31-40BD-8CBD-88BEFE174C64}" srcId="{4AFAD4C6-26D1-43BC-8DC4-01EFA9FD8714}" destId="{3FB3E82B-04BA-44ED-BB37-DFCA6A059E5D}" srcOrd="3" destOrd="0" parTransId="{A8BED7E5-F49E-48B8-9C47-CB86275A29E2}" sibTransId="{F3E5EB96-B5B0-4B00-A7FB-19DD37DC4920}"/>
    <dgm:cxn modelId="{A2676BEA-0CBC-4248-A406-39305957CCBA}" type="presOf" srcId="{5DD5E4F0-864C-4F6F-A5BE-3A2B1DEAE40C}" destId="{B6830ECB-6753-440B-83DE-41EE94E58935}" srcOrd="0" destOrd="0" presId="urn:microsoft.com/office/officeart/2005/8/layout/vList2"/>
    <dgm:cxn modelId="{1B2292D7-6339-49D6-A942-306DD2FF0C6D}" type="presParOf" srcId="{10573BA6-9314-41E2-985A-F2C9A6CE79A3}" destId="{2E5CB2FB-DC13-4E31-BD36-2F6DBAEB3C41}" srcOrd="0" destOrd="0" presId="urn:microsoft.com/office/officeart/2005/8/layout/vList2"/>
    <dgm:cxn modelId="{CA67A9DE-ED3E-45F5-B0FD-5800647E3BBA}" type="presParOf" srcId="{10573BA6-9314-41E2-985A-F2C9A6CE79A3}" destId="{94FBC732-5B68-4094-A4FF-C03A86F42EBA}" srcOrd="1" destOrd="0" presId="urn:microsoft.com/office/officeart/2005/8/layout/vList2"/>
    <dgm:cxn modelId="{0F20D033-8B00-4C8B-9876-9D2152E84880}" type="presParOf" srcId="{10573BA6-9314-41E2-985A-F2C9A6CE79A3}" destId="{A2185592-311B-440E-87B8-E45A41B7D9F6}" srcOrd="2" destOrd="0" presId="urn:microsoft.com/office/officeart/2005/8/layout/vList2"/>
    <dgm:cxn modelId="{5FA82E4D-0C08-4EBA-B3E8-BB39EC4EEF3A}" type="presParOf" srcId="{10573BA6-9314-41E2-985A-F2C9A6CE79A3}" destId="{F14CB1CF-AA0C-451D-9B2D-0C8D307F610A}" srcOrd="3" destOrd="0" presId="urn:microsoft.com/office/officeart/2005/8/layout/vList2"/>
    <dgm:cxn modelId="{016001BD-69D1-4919-96A2-697FF2FE3FD9}" type="presParOf" srcId="{10573BA6-9314-41E2-985A-F2C9A6CE79A3}" destId="{B6830ECB-6753-440B-83DE-41EE94E58935}" srcOrd="4" destOrd="0" presId="urn:microsoft.com/office/officeart/2005/8/layout/vList2"/>
    <dgm:cxn modelId="{51ECE965-8543-4D43-9415-619FB9398348}" type="presParOf" srcId="{10573BA6-9314-41E2-985A-F2C9A6CE79A3}" destId="{AA97937F-C357-470E-855F-3CCF613229C8}" srcOrd="5" destOrd="0" presId="urn:microsoft.com/office/officeart/2005/8/layout/vList2"/>
    <dgm:cxn modelId="{218035E1-8631-4B8F-B338-CB5AAE071A50}" type="presParOf" srcId="{10573BA6-9314-41E2-985A-F2C9A6CE79A3}" destId="{A8CDD0A9-708A-4514-840E-3670131211D2}" srcOrd="6" destOrd="0" presId="urn:microsoft.com/office/officeart/2005/8/layout/vList2"/>
    <dgm:cxn modelId="{B71E3EDB-F1F0-4CDA-8099-2D359DFB078C}" type="presParOf" srcId="{10573BA6-9314-41E2-985A-F2C9A6CE79A3}" destId="{87EF56C3-CC92-40D8-B7E6-D1EAFEE39BF5}" srcOrd="7" destOrd="0" presId="urn:microsoft.com/office/officeart/2005/8/layout/vList2"/>
    <dgm:cxn modelId="{7C4B7994-8D0D-4D13-8290-F871290F661E}" type="presParOf" srcId="{10573BA6-9314-41E2-985A-F2C9A6CE79A3}" destId="{9EA12499-B820-451A-BA56-08772512255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E1CFC5-3CB7-47E5-95FE-5AE62F39A79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5F21F6-93A4-4C07-B9A8-CF59C01E026B}">
      <dgm:prSet/>
      <dgm:spPr/>
      <dgm:t>
        <a:bodyPr/>
        <a:lstStyle/>
        <a:p>
          <a:r>
            <a:rPr lang="en-US" b="0" i="0" baseline="0" dirty="0"/>
            <a:t>Fast review flow (under 1 minute)</a:t>
          </a:r>
          <a:endParaRPr lang="en-US" dirty="0"/>
        </a:p>
      </dgm:t>
    </dgm:pt>
    <dgm:pt modelId="{9136420C-A90A-4892-9A1D-3800618D69B5}" type="parTrans" cxnId="{4FC3AAA9-DB33-4DEE-B053-BEC10459F969}">
      <dgm:prSet/>
      <dgm:spPr/>
      <dgm:t>
        <a:bodyPr/>
        <a:lstStyle/>
        <a:p>
          <a:endParaRPr lang="en-US"/>
        </a:p>
      </dgm:t>
    </dgm:pt>
    <dgm:pt modelId="{53A91B52-2728-45C9-8150-124432F8CC34}" type="sibTrans" cxnId="{4FC3AAA9-DB33-4DEE-B053-BEC10459F969}">
      <dgm:prSet/>
      <dgm:spPr/>
      <dgm:t>
        <a:bodyPr/>
        <a:lstStyle/>
        <a:p>
          <a:endParaRPr lang="en-US"/>
        </a:p>
      </dgm:t>
    </dgm:pt>
    <dgm:pt modelId="{EE0E21ED-30A3-448A-8527-1ADDC80A6748}">
      <dgm:prSet/>
      <dgm:spPr/>
      <dgm:t>
        <a:bodyPr/>
        <a:lstStyle/>
        <a:p>
          <a:r>
            <a:rPr lang="en-US" b="0" i="0" baseline="0" dirty="0"/>
            <a:t>Ingredient-level rating</a:t>
          </a:r>
          <a:endParaRPr lang="en-US" dirty="0"/>
        </a:p>
      </dgm:t>
    </dgm:pt>
    <dgm:pt modelId="{9BB1B9C6-8A51-446C-8E01-D09DEE39256E}" type="sibTrans" cxnId="{C4C85EBF-FFAF-4270-9F01-E72EE57266B1}">
      <dgm:prSet/>
      <dgm:spPr/>
      <dgm:t>
        <a:bodyPr/>
        <a:lstStyle/>
        <a:p>
          <a:endParaRPr lang="en-US"/>
        </a:p>
      </dgm:t>
    </dgm:pt>
    <dgm:pt modelId="{1D0990DF-DBAC-4225-AEE4-5BC039A71FD9}" type="parTrans" cxnId="{C4C85EBF-FFAF-4270-9F01-E72EE57266B1}">
      <dgm:prSet/>
      <dgm:spPr/>
      <dgm:t>
        <a:bodyPr/>
        <a:lstStyle/>
        <a:p>
          <a:endParaRPr lang="en-US"/>
        </a:p>
      </dgm:t>
    </dgm:pt>
    <dgm:pt modelId="{D01403B4-C648-4C85-8C3A-05D0F5C1E927}">
      <dgm:prSet/>
      <dgm:spPr/>
      <dgm:t>
        <a:bodyPr/>
        <a:lstStyle/>
        <a:p>
          <a:r>
            <a:rPr lang="en-US" b="0" i="0" baseline="0" dirty="0"/>
            <a:t>Earn points for each review</a:t>
          </a:r>
          <a:endParaRPr lang="en-US" dirty="0"/>
        </a:p>
      </dgm:t>
    </dgm:pt>
    <dgm:pt modelId="{DFBE7D93-4A11-4F7E-A73B-E4EE7320D36A}" type="sibTrans" cxnId="{86564449-3E85-4F04-868E-88DF04AFE0AF}">
      <dgm:prSet/>
      <dgm:spPr/>
      <dgm:t>
        <a:bodyPr/>
        <a:lstStyle/>
        <a:p>
          <a:endParaRPr lang="en-US"/>
        </a:p>
      </dgm:t>
    </dgm:pt>
    <dgm:pt modelId="{C4F0ACC5-CF83-4709-A7A7-43463321C6EB}" type="parTrans" cxnId="{86564449-3E85-4F04-868E-88DF04AFE0AF}">
      <dgm:prSet/>
      <dgm:spPr/>
      <dgm:t>
        <a:bodyPr/>
        <a:lstStyle/>
        <a:p>
          <a:endParaRPr lang="en-US"/>
        </a:p>
      </dgm:t>
    </dgm:pt>
    <dgm:pt modelId="{0BD769E6-5779-4F8E-B807-2B48655516F0}">
      <dgm:prSet/>
      <dgm:spPr/>
      <dgm:t>
        <a:bodyPr/>
        <a:lstStyle/>
        <a:p>
          <a:r>
            <a:rPr lang="en-US" b="0" i="0" baseline="0" dirty="0"/>
            <a:t>Language switching EN/AR</a:t>
          </a:r>
          <a:endParaRPr lang="en-US" dirty="0"/>
        </a:p>
      </dgm:t>
    </dgm:pt>
    <dgm:pt modelId="{4A26E6D9-70FE-43EE-814D-C86531F1E2A3}" type="sibTrans" cxnId="{F0F140D3-C5C1-46BA-B747-EDBF06A0791A}">
      <dgm:prSet/>
      <dgm:spPr/>
      <dgm:t>
        <a:bodyPr/>
        <a:lstStyle/>
        <a:p>
          <a:endParaRPr lang="en-US"/>
        </a:p>
      </dgm:t>
    </dgm:pt>
    <dgm:pt modelId="{DE4DDF01-D5D9-47BC-A4D0-5AC36259772D}" type="parTrans" cxnId="{F0F140D3-C5C1-46BA-B747-EDBF06A0791A}">
      <dgm:prSet/>
      <dgm:spPr/>
      <dgm:t>
        <a:bodyPr/>
        <a:lstStyle/>
        <a:p>
          <a:endParaRPr lang="en-US"/>
        </a:p>
      </dgm:t>
    </dgm:pt>
    <dgm:pt modelId="{5ED64162-049C-4B13-A1A4-B1499CF6A4F9}">
      <dgm:prSet/>
      <dgm:spPr/>
      <dgm:t>
        <a:bodyPr/>
        <a:lstStyle/>
        <a:p>
          <a:r>
            <a:rPr lang="en-US" b="0" i="0" baseline="0" dirty="0"/>
            <a:t>Voice-to-text comments</a:t>
          </a:r>
          <a:endParaRPr lang="en-US" dirty="0"/>
        </a:p>
      </dgm:t>
    </dgm:pt>
    <dgm:pt modelId="{E854F64A-03BC-4791-8684-F46662D50DAE}" type="sibTrans" cxnId="{C01F0EA4-514B-42FF-A742-E6321C845A52}">
      <dgm:prSet/>
      <dgm:spPr/>
      <dgm:t>
        <a:bodyPr/>
        <a:lstStyle/>
        <a:p>
          <a:endParaRPr lang="en-US"/>
        </a:p>
      </dgm:t>
    </dgm:pt>
    <dgm:pt modelId="{2DCD822B-CF3A-4F8D-9B0E-ECE17F147CBC}" type="parTrans" cxnId="{C01F0EA4-514B-42FF-A742-E6321C845A52}">
      <dgm:prSet/>
      <dgm:spPr/>
      <dgm:t>
        <a:bodyPr/>
        <a:lstStyle/>
        <a:p>
          <a:endParaRPr lang="en-US"/>
        </a:p>
      </dgm:t>
    </dgm:pt>
    <dgm:pt modelId="{115F0C46-E282-44C2-BCF9-85243E6281D0}" type="pres">
      <dgm:prSet presAssocID="{E7E1CFC5-3CB7-47E5-95FE-5AE62F39A790}" presName="linear" presStyleCnt="0">
        <dgm:presLayoutVars>
          <dgm:animLvl val="lvl"/>
          <dgm:resizeHandles val="exact"/>
        </dgm:presLayoutVars>
      </dgm:prSet>
      <dgm:spPr/>
    </dgm:pt>
    <dgm:pt modelId="{CE265C34-4492-4488-B398-33BB430F879E}" type="pres">
      <dgm:prSet presAssocID="{635F21F6-93A4-4C07-B9A8-CF59C01E026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41E60C3-A34B-4438-B84B-B3E866799E0F}" type="pres">
      <dgm:prSet presAssocID="{53A91B52-2728-45C9-8150-124432F8CC34}" presName="spacer" presStyleCnt="0"/>
      <dgm:spPr/>
    </dgm:pt>
    <dgm:pt modelId="{54CABE5E-6C7D-4502-9D41-70DFD45D3245}" type="pres">
      <dgm:prSet presAssocID="{EE0E21ED-30A3-448A-8527-1ADDC80A674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E4A4455-6323-4FD7-8A67-C43B27ECC256}" type="pres">
      <dgm:prSet presAssocID="{9BB1B9C6-8A51-446C-8E01-D09DEE39256E}" presName="spacer" presStyleCnt="0"/>
      <dgm:spPr/>
    </dgm:pt>
    <dgm:pt modelId="{2EE277D1-C286-4BB3-B389-C33723586721}" type="pres">
      <dgm:prSet presAssocID="{D01403B4-C648-4C85-8C3A-05D0F5C1E92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96DE51-C3C4-4236-A28F-D9D2DFEF19EA}" type="pres">
      <dgm:prSet presAssocID="{DFBE7D93-4A11-4F7E-A73B-E4EE7320D36A}" presName="spacer" presStyleCnt="0"/>
      <dgm:spPr/>
    </dgm:pt>
    <dgm:pt modelId="{4F4E6CB0-0610-4CB5-96BA-D60046A38847}" type="pres">
      <dgm:prSet presAssocID="{0BD769E6-5779-4F8E-B807-2B48655516F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AB679AF-1017-4AC4-8576-B84E5B4B563F}" type="pres">
      <dgm:prSet presAssocID="{4A26E6D9-70FE-43EE-814D-C86531F1E2A3}" presName="spacer" presStyleCnt="0"/>
      <dgm:spPr/>
    </dgm:pt>
    <dgm:pt modelId="{931A954C-31DB-477E-98DE-946717D6BB71}" type="pres">
      <dgm:prSet presAssocID="{5ED64162-049C-4B13-A1A4-B1499CF6A4F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D4F1C28-C889-4691-83D2-1B0B11F10CF0}" type="presOf" srcId="{E7E1CFC5-3CB7-47E5-95FE-5AE62F39A790}" destId="{115F0C46-E282-44C2-BCF9-85243E6281D0}" srcOrd="0" destOrd="0" presId="urn:microsoft.com/office/officeart/2005/8/layout/vList2"/>
    <dgm:cxn modelId="{33797B60-F9CD-4F31-A6A2-07C6E48BAF27}" type="presOf" srcId="{5ED64162-049C-4B13-A1A4-B1499CF6A4F9}" destId="{931A954C-31DB-477E-98DE-946717D6BB71}" srcOrd="0" destOrd="0" presId="urn:microsoft.com/office/officeart/2005/8/layout/vList2"/>
    <dgm:cxn modelId="{4E948F46-310F-47D4-B0E4-6DE1F5E859BB}" type="presOf" srcId="{EE0E21ED-30A3-448A-8527-1ADDC80A6748}" destId="{54CABE5E-6C7D-4502-9D41-70DFD45D3245}" srcOrd="0" destOrd="0" presId="urn:microsoft.com/office/officeart/2005/8/layout/vList2"/>
    <dgm:cxn modelId="{86564449-3E85-4F04-868E-88DF04AFE0AF}" srcId="{E7E1CFC5-3CB7-47E5-95FE-5AE62F39A790}" destId="{D01403B4-C648-4C85-8C3A-05D0F5C1E927}" srcOrd="2" destOrd="0" parTransId="{C4F0ACC5-CF83-4709-A7A7-43463321C6EB}" sibTransId="{DFBE7D93-4A11-4F7E-A73B-E4EE7320D36A}"/>
    <dgm:cxn modelId="{9ADAAD96-52E0-43F4-9CB7-75D5E3184FDE}" type="presOf" srcId="{D01403B4-C648-4C85-8C3A-05D0F5C1E927}" destId="{2EE277D1-C286-4BB3-B389-C33723586721}" srcOrd="0" destOrd="0" presId="urn:microsoft.com/office/officeart/2005/8/layout/vList2"/>
    <dgm:cxn modelId="{C01F0EA4-514B-42FF-A742-E6321C845A52}" srcId="{E7E1CFC5-3CB7-47E5-95FE-5AE62F39A790}" destId="{5ED64162-049C-4B13-A1A4-B1499CF6A4F9}" srcOrd="4" destOrd="0" parTransId="{2DCD822B-CF3A-4F8D-9B0E-ECE17F147CBC}" sibTransId="{E854F64A-03BC-4791-8684-F46662D50DAE}"/>
    <dgm:cxn modelId="{4FC3AAA9-DB33-4DEE-B053-BEC10459F969}" srcId="{E7E1CFC5-3CB7-47E5-95FE-5AE62F39A790}" destId="{635F21F6-93A4-4C07-B9A8-CF59C01E026B}" srcOrd="0" destOrd="0" parTransId="{9136420C-A90A-4892-9A1D-3800618D69B5}" sibTransId="{53A91B52-2728-45C9-8150-124432F8CC34}"/>
    <dgm:cxn modelId="{EFD4BAB6-CE0D-411D-8C7E-8C74931D72BF}" type="presOf" srcId="{635F21F6-93A4-4C07-B9A8-CF59C01E026B}" destId="{CE265C34-4492-4488-B398-33BB430F879E}" srcOrd="0" destOrd="0" presId="urn:microsoft.com/office/officeart/2005/8/layout/vList2"/>
    <dgm:cxn modelId="{C4C85EBF-FFAF-4270-9F01-E72EE57266B1}" srcId="{E7E1CFC5-3CB7-47E5-95FE-5AE62F39A790}" destId="{EE0E21ED-30A3-448A-8527-1ADDC80A6748}" srcOrd="1" destOrd="0" parTransId="{1D0990DF-DBAC-4225-AEE4-5BC039A71FD9}" sibTransId="{9BB1B9C6-8A51-446C-8E01-D09DEE39256E}"/>
    <dgm:cxn modelId="{F0F140D3-C5C1-46BA-B747-EDBF06A0791A}" srcId="{E7E1CFC5-3CB7-47E5-95FE-5AE62F39A790}" destId="{0BD769E6-5779-4F8E-B807-2B48655516F0}" srcOrd="3" destOrd="0" parTransId="{DE4DDF01-D5D9-47BC-A4D0-5AC36259772D}" sibTransId="{4A26E6D9-70FE-43EE-814D-C86531F1E2A3}"/>
    <dgm:cxn modelId="{833286F7-D61B-4A6E-946D-A540A697718E}" type="presOf" srcId="{0BD769E6-5779-4F8E-B807-2B48655516F0}" destId="{4F4E6CB0-0610-4CB5-96BA-D60046A38847}" srcOrd="0" destOrd="0" presId="urn:microsoft.com/office/officeart/2005/8/layout/vList2"/>
    <dgm:cxn modelId="{959F427F-3326-434F-8B88-BA7FEC6C1572}" type="presParOf" srcId="{115F0C46-E282-44C2-BCF9-85243E6281D0}" destId="{CE265C34-4492-4488-B398-33BB430F879E}" srcOrd="0" destOrd="0" presId="urn:microsoft.com/office/officeart/2005/8/layout/vList2"/>
    <dgm:cxn modelId="{CE4B3C6A-1CB9-467B-88F1-A5AC7D784922}" type="presParOf" srcId="{115F0C46-E282-44C2-BCF9-85243E6281D0}" destId="{641E60C3-A34B-4438-B84B-B3E866799E0F}" srcOrd="1" destOrd="0" presId="urn:microsoft.com/office/officeart/2005/8/layout/vList2"/>
    <dgm:cxn modelId="{506178CA-9820-498D-A562-008FC8CE38DA}" type="presParOf" srcId="{115F0C46-E282-44C2-BCF9-85243E6281D0}" destId="{54CABE5E-6C7D-4502-9D41-70DFD45D3245}" srcOrd="2" destOrd="0" presId="urn:microsoft.com/office/officeart/2005/8/layout/vList2"/>
    <dgm:cxn modelId="{D94DDD4F-DAFE-4735-ADFE-1915114E83BF}" type="presParOf" srcId="{115F0C46-E282-44C2-BCF9-85243E6281D0}" destId="{2E4A4455-6323-4FD7-8A67-C43B27ECC256}" srcOrd="3" destOrd="0" presId="urn:microsoft.com/office/officeart/2005/8/layout/vList2"/>
    <dgm:cxn modelId="{D33681A7-162C-4D53-BAEE-359CE90B679C}" type="presParOf" srcId="{115F0C46-E282-44C2-BCF9-85243E6281D0}" destId="{2EE277D1-C286-4BB3-B389-C33723586721}" srcOrd="4" destOrd="0" presId="urn:microsoft.com/office/officeart/2005/8/layout/vList2"/>
    <dgm:cxn modelId="{865B781B-1ECF-46EB-95C4-0854EBA8B2E9}" type="presParOf" srcId="{115F0C46-E282-44C2-BCF9-85243E6281D0}" destId="{CA96DE51-C3C4-4236-A28F-D9D2DFEF19EA}" srcOrd="5" destOrd="0" presId="urn:microsoft.com/office/officeart/2005/8/layout/vList2"/>
    <dgm:cxn modelId="{2BB63375-C472-43E2-B9D6-0C8869B702F6}" type="presParOf" srcId="{115F0C46-E282-44C2-BCF9-85243E6281D0}" destId="{4F4E6CB0-0610-4CB5-96BA-D60046A38847}" srcOrd="6" destOrd="0" presId="urn:microsoft.com/office/officeart/2005/8/layout/vList2"/>
    <dgm:cxn modelId="{ECFF35CF-24C6-45FF-89AC-B3CA6E5DFEB4}" type="presParOf" srcId="{115F0C46-E282-44C2-BCF9-85243E6281D0}" destId="{5AB679AF-1017-4AC4-8576-B84E5B4B563F}" srcOrd="7" destOrd="0" presId="urn:microsoft.com/office/officeart/2005/8/layout/vList2"/>
    <dgm:cxn modelId="{9A048B25-6265-449D-B991-CE5F3988CDE4}" type="presParOf" srcId="{115F0C46-E282-44C2-BCF9-85243E6281D0}" destId="{931A954C-31DB-477E-98DE-946717D6BB7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1C7638-5603-4663-9F19-168F737358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305548-8EF5-45D0-BCDD-328E7197136E}">
      <dgm:prSet/>
      <dgm:spPr/>
      <dgm:t>
        <a:bodyPr/>
        <a:lstStyle/>
        <a:p>
          <a:r>
            <a:rPr lang="en-US" b="0" i="0" baseline="0"/>
            <a:t>User opens the app</a:t>
          </a:r>
          <a:endParaRPr lang="en-US"/>
        </a:p>
      </dgm:t>
    </dgm:pt>
    <dgm:pt modelId="{F2B09A0C-8886-4D6C-9835-5257E4873A60}" type="parTrans" cxnId="{F94466FC-0981-41DC-9838-E126A25AF01F}">
      <dgm:prSet/>
      <dgm:spPr/>
      <dgm:t>
        <a:bodyPr/>
        <a:lstStyle/>
        <a:p>
          <a:endParaRPr lang="en-US"/>
        </a:p>
      </dgm:t>
    </dgm:pt>
    <dgm:pt modelId="{8C5A5C9E-96DB-495C-A6C8-29F3994B3E66}" type="sibTrans" cxnId="{F94466FC-0981-41DC-9838-E126A25AF01F}">
      <dgm:prSet/>
      <dgm:spPr/>
      <dgm:t>
        <a:bodyPr/>
        <a:lstStyle/>
        <a:p>
          <a:endParaRPr lang="en-US"/>
        </a:p>
      </dgm:t>
    </dgm:pt>
    <dgm:pt modelId="{6A4AEABF-11DA-4CAC-8CD1-811F67AD39CC}">
      <dgm:prSet/>
      <dgm:spPr/>
      <dgm:t>
        <a:bodyPr/>
        <a:lstStyle/>
        <a:p>
          <a:r>
            <a:rPr lang="en-US" b="0" i="0" baseline="0"/>
            <a:t>Sees welcome message and language toggle</a:t>
          </a:r>
          <a:endParaRPr lang="en-US"/>
        </a:p>
      </dgm:t>
    </dgm:pt>
    <dgm:pt modelId="{3BAB08C8-1407-456B-81C9-A482925D589F}" type="parTrans" cxnId="{30F6A3E5-6685-45EF-9BAB-A06CFDCBFDB5}">
      <dgm:prSet/>
      <dgm:spPr/>
      <dgm:t>
        <a:bodyPr/>
        <a:lstStyle/>
        <a:p>
          <a:endParaRPr lang="en-US"/>
        </a:p>
      </dgm:t>
    </dgm:pt>
    <dgm:pt modelId="{9B4BE53D-85FA-4A62-8ABF-BE1F4980D19C}" type="sibTrans" cxnId="{30F6A3E5-6685-45EF-9BAB-A06CFDCBFDB5}">
      <dgm:prSet/>
      <dgm:spPr/>
      <dgm:t>
        <a:bodyPr/>
        <a:lstStyle/>
        <a:p>
          <a:endParaRPr lang="en-US"/>
        </a:p>
      </dgm:t>
    </dgm:pt>
    <dgm:pt modelId="{A58B77B4-519E-4F0D-B02A-293658ED9977}">
      <dgm:prSet/>
      <dgm:spPr/>
      <dgm:t>
        <a:bodyPr/>
        <a:lstStyle/>
        <a:p>
          <a:r>
            <a:rPr lang="en-US" b="0" i="0" baseline="0"/>
            <a:t>Enters phone number (optional)</a:t>
          </a:r>
          <a:endParaRPr lang="en-US"/>
        </a:p>
      </dgm:t>
    </dgm:pt>
    <dgm:pt modelId="{8495C8C0-D270-4C93-8D2E-9A4F339F353E}" type="parTrans" cxnId="{72EA5E28-36F9-4730-960D-BE340CE90B1F}">
      <dgm:prSet/>
      <dgm:spPr/>
      <dgm:t>
        <a:bodyPr/>
        <a:lstStyle/>
        <a:p>
          <a:endParaRPr lang="en-US"/>
        </a:p>
      </dgm:t>
    </dgm:pt>
    <dgm:pt modelId="{51386D97-72C5-4D8A-A443-ED375705035E}" type="sibTrans" cxnId="{72EA5E28-36F9-4730-960D-BE340CE90B1F}">
      <dgm:prSet/>
      <dgm:spPr/>
      <dgm:t>
        <a:bodyPr/>
        <a:lstStyle/>
        <a:p>
          <a:endParaRPr lang="en-US"/>
        </a:p>
      </dgm:t>
    </dgm:pt>
    <dgm:pt modelId="{98530066-B305-4605-8013-0262E5D6D505}">
      <dgm:prSet/>
      <dgm:spPr/>
      <dgm:t>
        <a:bodyPr/>
        <a:lstStyle/>
        <a:p>
          <a:r>
            <a:rPr lang="en-US" b="0" i="0" baseline="0"/>
            <a:t>“Start” button begins the experience</a:t>
          </a:r>
          <a:endParaRPr lang="en-US"/>
        </a:p>
      </dgm:t>
    </dgm:pt>
    <dgm:pt modelId="{94633651-0ADA-491C-A6F0-7B06BCFFEDDB}" type="parTrans" cxnId="{9170AE63-6F51-47FF-B701-C50259E5EA84}">
      <dgm:prSet/>
      <dgm:spPr/>
      <dgm:t>
        <a:bodyPr/>
        <a:lstStyle/>
        <a:p>
          <a:endParaRPr lang="en-US"/>
        </a:p>
      </dgm:t>
    </dgm:pt>
    <dgm:pt modelId="{0795148F-630A-43A4-B802-B2932B94C6C3}" type="sibTrans" cxnId="{9170AE63-6F51-47FF-B701-C50259E5EA84}">
      <dgm:prSet/>
      <dgm:spPr/>
      <dgm:t>
        <a:bodyPr/>
        <a:lstStyle/>
        <a:p>
          <a:endParaRPr lang="en-US"/>
        </a:p>
      </dgm:t>
    </dgm:pt>
    <dgm:pt modelId="{15A75B1B-7791-4696-B187-0B625CE54CF8}" type="pres">
      <dgm:prSet presAssocID="{681C7638-5603-4663-9F19-168F73735868}" presName="linear" presStyleCnt="0">
        <dgm:presLayoutVars>
          <dgm:animLvl val="lvl"/>
          <dgm:resizeHandles val="exact"/>
        </dgm:presLayoutVars>
      </dgm:prSet>
      <dgm:spPr/>
    </dgm:pt>
    <dgm:pt modelId="{F47946D5-AD78-436B-823A-53ABA5F1C871}" type="pres">
      <dgm:prSet presAssocID="{79305548-8EF5-45D0-BCDD-328E7197136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FA71EF6-C0B4-4AF4-9946-CE06870452AF}" type="pres">
      <dgm:prSet presAssocID="{8C5A5C9E-96DB-495C-A6C8-29F3994B3E66}" presName="spacer" presStyleCnt="0"/>
      <dgm:spPr/>
    </dgm:pt>
    <dgm:pt modelId="{AF8A1DDB-F0FA-4633-A533-49B87D84F89F}" type="pres">
      <dgm:prSet presAssocID="{6A4AEABF-11DA-4CAC-8CD1-811F67AD39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73976CE-1786-4278-A93D-879E8A0AC440}" type="pres">
      <dgm:prSet presAssocID="{9B4BE53D-85FA-4A62-8ABF-BE1F4980D19C}" presName="spacer" presStyleCnt="0"/>
      <dgm:spPr/>
    </dgm:pt>
    <dgm:pt modelId="{32074269-FD41-4B5B-8F81-A82F80A1020C}" type="pres">
      <dgm:prSet presAssocID="{A58B77B4-519E-4F0D-B02A-293658ED99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C1A462-54BD-4CE1-A073-BB8559DB3814}" type="pres">
      <dgm:prSet presAssocID="{51386D97-72C5-4D8A-A443-ED375705035E}" presName="spacer" presStyleCnt="0"/>
      <dgm:spPr/>
    </dgm:pt>
    <dgm:pt modelId="{0A819189-C219-4F7E-8EFC-94A1C0580F65}" type="pres">
      <dgm:prSet presAssocID="{98530066-B305-4605-8013-0262E5D6D50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EA5E28-36F9-4730-960D-BE340CE90B1F}" srcId="{681C7638-5603-4663-9F19-168F73735868}" destId="{A58B77B4-519E-4F0D-B02A-293658ED9977}" srcOrd="2" destOrd="0" parTransId="{8495C8C0-D270-4C93-8D2E-9A4F339F353E}" sibTransId="{51386D97-72C5-4D8A-A443-ED375705035E}"/>
    <dgm:cxn modelId="{F1CD8F36-6165-45C2-8B09-45F2B301F3A2}" type="presOf" srcId="{681C7638-5603-4663-9F19-168F73735868}" destId="{15A75B1B-7791-4696-B187-0B625CE54CF8}" srcOrd="0" destOrd="0" presId="urn:microsoft.com/office/officeart/2005/8/layout/vList2"/>
    <dgm:cxn modelId="{9170AE63-6F51-47FF-B701-C50259E5EA84}" srcId="{681C7638-5603-4663-9F19-168F73735868}" destId="{98530066-B305-4605-8013-0262E5D6D505}" srcOrd="3" destOrd="0" parTransId="{94633651-0ADA-491C-A6F0-7B06BCFFEDDB}" sibTransId="{0795148F-630A-43A4-B802-B2932B94C6C3}"/>
    <dgm:cxn modelId="{ECC0227E-9376-4AE4-98A8-F5820881E329}" type="presOf" srcId="{98530066-B305-4605-8013-0262E5D6D505}" destId="{0A819189-C219-4F7E-8EFC-94A1C0580F65}" srcOrd="0" destOrd="0" presId="urn:microsoft.com/office/officeart/2005/8/layout/vList2"/>
    <dgm:cxn modelId="{24258E87-8784-47B9-B9B7-5F964574EF2A}" type="presOf" srcId="{79305548-8EF5-45D0-BCDD-328E7197136E}" destId="{F47946D5-AD78-436B-823A-53ABA5F1C871}" srcOrd="0" destOrd="0" presId="urn:microsoft.com/office/officeart/2005/8/layout/vList2"/>
    <dgm:cxn modelId="{7D156EC3-828F-40DA-9992-61416D3E3B0E}" type="presOf" srcId="{A58B77B4-519E-4F0D-B02A-293658ED9977}" destId="{32074269-FD41-4B5B-8F81-A82F80A1020C}" srcOrd="0" destOrd="0" presId="urn:microsoft.com/office/officeart/2005/8/layout/vList2"/>
    <dgm:cxn modelId="{30F6A3E5-6685-45EF-9BAB-A06CFDCBFDB5}" srcId="{681C7638-5603-4663-9F19-168F73735868}" destId="{6A4AEABF-11DA-4CAC-8CD1-811F67AD39CC}" srcOrd="1" destOrd="0" parTransId="{3BAB08C8-1407-456B-81C9-A482925D589F}" sibTransId="{9B4BE53D-85FA-4A62-8ABF-BE1F4980D19C}"/>
    <dgm:cxn modelId="{DFDC56F6-5E67-428F-B3AE-4F7DDF9E5EC5}" type="presOf" srcId="{6A4AEABF-11DA-4CAC-8CD1-811F67AD39CC}" destId="{AF8A1DDB-F0FA-4633-A533-49B87D84F89F}" srcOrd="0" destOrd="0" presId="urn:microsoft.com/office/officeart/2005/8/layout/vList2"/>
    <dgm:cxn modelId="{F94466FC-0981-41DC-9838-E126A25AF01F}" srcId="{681C7638-5603-4663-9F19-168F73735868}" destId="{79305548-8EF5-45D0-BCDD-328E7197136E}" srcOrd="0" destOrd="0" parTransId="{F2B09A0C-8886-4D6C-9835-5257E4873A60}" sibTransId="{8C5A5C9E-96DB-495C-A6C8-29F3994B3E66}"/>
    <dgm:cxn modelId="{4A0236E0-4F4F-42CC-A0D1-E6B9EB3D0CCD}" type="presParOf" srcId="{15A75B1B-7791-4696-B187-0B625CE54CF8}" destId="{F47946D5-AD78-436B-823A-53ABA5F1C871}" srcOrd="0" destOrd="0" presId="urn:microsoft.com/office/officeart/2005/8/layout/vList2"/>
    <dgm:cxn modelId="{8CC8482B-F352-4590-8241-9884F4191A84}" type="presParOf" srcId="{15A75B1B-7791-4696-B187-0B625CE54CF8}" destId="{6FA71EF6-C0B4-4AF4-9946-CE06870452AF}" srcOrd="1" destOrd="0" presId="urn:microsoft.com/office/officeart/2005/8/layout/vList2"/>
    <dgm:cxn modelId="{A45E8214-9E09-4CDC-B87C-329D7D26C53E}" type="presParOf" srcId="{15A75B1B-7791-4696-B187-0B625CE54CF8}" destId="{AF8A1DDB-F0FA-4633-A533-49B87D84F89F}" srcOrd="2" destOrd="0" presId="urn:microsoft.com/office/officeart/2005/8/layout/vList2"/>
    <dgm:cxn modelId="{74288263-6F00-417A-95BE-2D0D401B7BAD}" type="presParOf" srcId="{15A75B1B-7791-4696-B187-0B625CE54CF8}" destId="{073976CE-1786-4278-A93D-879E8A0AC440}" srcOrd="3" destOrd="0" presId="urn:microsoft.com/office/officeart/2005/8/layout/vList2"/>
    <dgm:cxn modelId="{3FB3F9CE-F8ED-4E8D-B19F-C5E7C9E74E66}" type="presParOf" srcId="{15A75B1B-7791-4696-B187-0B625CE54CF8}" destId="{32074269-FD41-4B5B-8F81-A82F80A1020C}" srcOrd="4" destOrd="0" presId="urn:microsoft.com/office/officeart/2005/8/layout/vList2"/>
    <dgm:cxn modelId="{E5F4B368-6496-4C1E-9019-F7E4E93A7374}" type="presParOf" srcId="{15A75B1B-7791-4696-B187-0B625CE54CF8}" destId="{4BC1A462-54BD-4CE1-A073-BB8559DB3814}" srcOrd="5" destOrd="0" presId="urn:microsoft.com/office/officeart/2005/8/layout/vList2"/>
    <dgm:cxn modelId="{490EE883-659F-41D8-A221-09D09B87C0AC}" type="presParOf" srcId="{15A75B1B-7791-4696-B187-0B625CE54CF8}" destId="{0A819189-C219-4F7E-8EFC-94A1C0580F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68AFE8-5133-4CD3-A6E3-543DEF473D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F8F369-9E24-4FAC-9D91-F4E3BDD3C554}">
      <dgm:prSet/>
      <dgm:spPr/>
      <dgm:t>
        <a:bodyPr/>
        <a:lstStyle/>
        <a:p>
          <a:r>
            <a:rPr lang="en-US" b="0" i="0" baseline="0" dirty="0"/>
            <a:t>List of available meals with images</a:t>
          </a:r>
          <a:endParaRPr lang="en-US" dirty="0"/>
        </a:p>
      </dgm:t>
    </dgm:pt>
    <dgm:pt modelId="{6CD06890-245E-4871-9EF7-BB71008685CB}" type="parTrans" cxnId="{F102F49E-738E-4232-9B41-F812DD657401}">
      <dgm:prSet/>
      <dgm:spPr/>
      <dgm:t>
        <a:bodyPr/>
        <a:lstStyle/>
        <a:p>
          <a:endParaRPr lang="en-US"/>
        </a:p>
      </dgm:t>
    </dgm:pt>
    <dgm:pt modelId="{1EAD92B7-9EF6-4A02-A4A1-4DA47A3A628B}" type="sibTrans" cxnId="{F102F49E-738E-4232-9B41-F812DD657401}">
      <dgm:prSet/>
      <dgm:spPr/>
      <dgm:t>
        <a:bodyPr/>
        <a:lstStyle/>
        <a:p>
          <a:endParaRPr lang="en-US"/>
        </a:p>
      </dgm:t>
    </dgm:pt>
    <dgm:pt modelId="{4B57515F-872F-4B55-923D-6EC2B8A4C007}">
      <dgm:prSet/>
      <dgm:spPr/>
      <dgm:t>
        <a:bodyPr/>
        <a:lstStyle/>
        <a:p>
          <a:r>
            <a:rPr lang="en-US" b="0" i="0" baseline="0"/>
            <a:t>Each card shows name + description</a:t>
          </a:r>
          <a:endParaRPr lang="en-US"/>
        </a:p>
      </dgm:t>
    </dgm:pt>
    <dgm:pt modelId="{4B0C3A40-7B36-411F-9B96-E35A393CFE3A}" type="parTrans" cxnId="{CE70C511-D86E-4419-8615-FC7DA22804E1}">
      <dgm:prSet/>
      <dgm:spPr/>
      <dgm:t>
        <a:bodyPr/>
        <a:lstStyle/>
        <a:p>
          <a:endParaRPr lang="en-US"/>
        </a:p>
      </dgm:t>
    </dgm:pt>
    <dgm:pt modelId="{74EE0152-463D-4AA1-A6C1-F1DA99885F72}" type="sibTrans" cxnId="{CE70C511-D86E-4419-8615-FC7DA22804E1}">
      <dgm:prSet/>
      <dgm:spPr/>
      <dgm:t>
        <a:bodyPr/>
        <a:lstStyle/>
        <a:p>
          <a:endParaRPr lang="en-US"/>
        </a:p>
      </dgm:t>
    </dgm:pt>
    <dgm:pt modelId="{FED75AD6-2DCA-4057-88ED-B8A80A13271D}">
      <dgm:prSet/>
      <dgm:spPr/>
      <dgm:t>
        <a:bodyPr/>
        <a:lstStyle/>
        <a:p>
          <a:r>
            <a:rPr lang="en-US" b="0" i="0" baseline="0"/>
            <a:t>User taps any meal to review</a:t>
          </a:r>
          <a:endParaRPr lang="en-US"/>
        </a:p>
      </dgm:t>
    </dgm:pt>
    <dgm:pt modelId="{4B2C5CA3-67CE-4C29-A052-1E6E8440F180}" type="parTrans" cxnId="{79A92E34-F834-4E23-81D8-03AE7CA0062E}">
      <dgm:prSet/>
      <dgm:spPr/>
      <dgm:t>
        <a:bodyPr/>
        <a:lstStyle/>
        <a:p>
          <a:endParaRPr lang="en-US"/>
        </a:p>
      </dgm:t>
    </dgm:pt>
    <dgm:pt modelId="{DCC0DB90-C974-48E3-AB3D-13A8AA363B88}" type="sibTrans" cxnId="{79A92E34-F834-4E23-81D8-03AE7CA0062E}">
      <dgm:prSet/>
      <dgm:spPr/>
      <dgm:t>
        <a:bodyPr/>
        <a:lstStyle/>
        <a:p>
          <a:endParaRPr lang="en-US"/>
        </a:p>
      </dgm:t>
    </dgm:pt>
    <dgm:pt modelId="{BA6B7BE7-40AA-4CFB-A149-425F69F238B8}" type="pres">
      <dgm:prSet presAssocID="{8E68AFE8-5133-4CD3-A6E3-543DEF473D78}" presName="linear" presStyleCnt="0">
        <dgm:presLayoutVars>
          <dgm:animLvl val="lvl"/>
          <dgm:resizeHandles val="exact"/>
        </dgm:presLayoutVars>
      </dgm:prSet>
      <dgm:spPr/>
    </dgm:pt>
    <dgm:pt modelId="{D28B94FB-FCCE-4056-A458-3F344DAD1A2C}" type="pres">
      <dgm:prSet presAssocID="{A2F8F369-9E24-4FAC-9D91-F4E3BDD3C55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2B5C1CF-1F3B-4647-BF7C-35753CDBC35D}" type="pres">
      <dgm:prSet presAssocID="{1EAD92B7-9EF6-4A02-A4A1-4DA47A3A628B}" presName="spacer" presStyleCnt="0"/>
      <dgm:spPr/>
    </dgm:pt>
    <dgm:pt modelId="{FE829670-FB7E-4B72-A978-E5032A7D1B61}" type="pres">
      <dgm:prSet presAssocID="{4B57515F-872F-4B55-923D-6EC2B8A4C0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3FEC3DE-1BBF-44EE-B29E-40A33C26023E}" type="pres">
      <dgm:prSet presAssocID="{74EE0152-463D-4AA1-A6C1-F1DA99885F72}" presName="spacer" presStyleCnt="0"/>
      <dgm:spPr/>
    </dgm:pt>
    <dgm:pt modelId="{078D5EBC-69A6-417F-9003-3C758E37A13C}" type="pres">
      <dgm:prSet presAssocID="{FED75AD6-2DCA-4057-88ED-B8A80A13271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48E480A-B2C8-49DF-8CDF-16C5C30340F1}" type="presOf" srcId="{8E68AFE8-5133-4CD3-A6E3-543DEF473D78}" destId="{BA6B7BE7-40AA-4CFB-A149-425F69F238B8}" srcOrd="0" destOrd="0" presId="urn:microsoft.com/office/officeart/2005/8/layout/vList2"/>
    <dgm:cxn modelId="{CE70C511-D86E-4419-8615-FC7DA22804E1}" srcId="{8E68AFE8-5133-4CD3-A6E3-543DEF473D78}" destId="{4B57515F-872F-4B55-923D-6EC2B8A4C007}" srcOrd="1" destOrd="0" parTransId="{4B0C3A40-7B36-411F-9B96-E35A393CFE3A}" sibTransId="{74EE0152-463D-4AA1-A6C1-F1DA99885F72}"/>
    <dgm:cxn modelId="{11937B2A-6D71-451E-BFCF-E122717BDB8E}" type="presOf" srcId="{A2F8F369-9E24-4FAC-9D91-F4E3BDD3C554}" destId="{D28B94FB-FCCE-4056-A458-3F344DAD1A2C}" srcOrd="0" destOrd="0" presId="urn:microsoft.com/office/officeart/2005/8/layout/vList2"/>
    <dgm:cxn modelId="{79A92E34-F834-4E23-81D8-03AE7CA0062E}" srcId="{8E68AFE8-5133-4CD3-A6E3-543DEF473D78}" destId="{FED75AD6-2DCA-4057-88ED-B8A80A13271D}" srcOrd="2" destOrd="0" parTransId="{4B2C5CA3-67CE-4C29-A052-1E6E8440F180}" sibTransId="{DCC0DB90-C974-48E3-AB3D-13A8AA363B88}"/>
    <dgm:cxn modelId="{4FFF1E48-9F9E-4736-BDD0-E7107A4F0EAC}" type="presOf" srcId="{FED75AD6-2DCA-4057-88ED-B8A80A13271D}" destId="{078D5EBC-69A6-417F-9003-3C758E37A13C}" srcOrd="0" destOrd="0" presId="urn:microsoft.com/office/officeart/2005/8/layout/vList2"/>
    <dgm:cxn modelId="{D2239D8B-71A4-4091-B2C0-1872E5C6F917}" type="presOf" srcId="{4B57515F-872F-4B55-923D-6EC2B8A4C007}" destId="{FE829670-FB7E-4B72-A978-E5032A7D1B61}" srcOrd="0" destOrd="0" presId="urn:microsoft.com/office/officeart/2005/8/layout/vList2"/>
    <dgm:cxn modelId="{F102F49E-738E-4232-9B41-F812DD657401}" srcId="{8E68AFE8-5133-4CD3-A6E3-543DEF473D78}" destId="{A2F8F369-9E24-4FAC-9D91-F4E3BDD3C554}" srcOrd="0" destOrd="0" parTransId="{6CD06890-245E-4871-9EF7-BB71008685CB}" sibTransId="{1EAD92B7-9EF6-4A02-A4A1-4DA47A3A628B}"/>
    <dgm:cxn modelId="{8F9F2DCA-746C-45EC-BB03-64444051DA5F}" type="presParOf" srcId="{BA6B7BE7-40AA-4CFB-A149-425F69F238B8}" destId="{D28B94FB-FCCE-4056-A458-3F344DAD1A2C}" srcOrd="0" destOrd="0" presId="urn:microsoft.com/office/officeart/2005/8/layout/vList2"/>
    <dgm:cxn modelId="{45CBD655-8558-4FC7-A18D-B7453E41ABB4}" type="presParOf" srcId="{BA6B7BE7-40AA-4CFB-A149-425F69F238B8}" destId="{F2B5C1CF-1F3B-4647-BF7C-35753CDBC35D}" srcOrd="1" destOrd="0" presId="urn:microsoft.com/office/officeart/2005/8/layout/vList2"/>
    <dgm:cxn modelId="{6A10D211-EF45-4C91-8A3B-67BD285170C2}" type="presParOf" srcId="{BA6B7BE7-40AA-4CFB-A149-425F69F238B8}" destId="{FE829670-FB7E-4B72-A978-E5032A7D1B61}" srcOrd="2" destOrd="0" presId="urn:microsoft.com/office/officeart/2005/8/layout/vList2"/>
    <dgm:cxn modelId="{7B42B407-3CA8-457D-8C14-E3A22B951DF8}" type="presParOf" srcId="{BA6B7BE7-40AA-4CFB-A149-425F69F238B8}" destId="{63FEC3DE-1BBF-44EE-B29E-40A33C26023E}" srcOrd="3" destOrd="0" presId="urn:microsoft.com/office/officeart/2005/8/layout/vList2"/>
    <dgm:cxn modelId="{7ADA073B-C11B-4AF2-AB47-34C012D97F2B}" type="presParOf" srcId="{BA6B7BE7-40AA-4CFB-A149-425F69F238B8}" destId="{078D5EBC-69A6-417F-9003-3C758E37A13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BC286DD-EDE1-4244-B390-0281048CE8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038EFB3-D142-4E9D-92C3-B6DD2383D2D7}">
      <dgm:prSet/>
      <dgm:spPr/>
      <dgm:t>
        <a:bodyPr/>
        <a:lstStyle/>
        <a:p>
          <a:r>
            <a:rPr lang="en-US" b="0" i="0" baseline="0" dirty="0"/>
            <a:t>Service rating</a:t>
          </a:r>
          <a:endParaRPr lang="en-US" dirty="0"/>
        </a:p>
      </dgm:t>
    </dgm:pt>
    <dgm:pt modelId="{AE144F72-D095-4401-8977-774885BD8F53}" type="parTrans" cxnId="{6C34195B-4B43-4753-B1D1-83CC00E29E27}">
      <dgm:prSet/>
      <dgm:spPr/>
      <dgm:t>
        <a:bodyPr/>
        <a:lstStyle/>
        <a:p>
          <a:endParaRPr lang="en-US"/>
        </a:p>
      </dgm:t>
    </dgm:pt>
    <dgm:pt modelId="{24A16AFE-F195-4298-90FE-8FBF46D8D152}" type="sibTrans" cxnId="{6C34195B-4B43-4753-B1D1-83CC00E29E27}">
      <dgm:prSet/>
      <dgm:spPr/>
      <dgm:t>
        <a:bodyPr/>
        <a:lstStyle/>
        <a:p>
          <a:endParaRPr lang="en-US"/>
        </a:p>
      </dgm:t>
    </dgm:pt>
    <dgm:pt modelId="{ECE4DB2A-6372-4656-A5F4-B39F09B4FA4B}">
      <dgm:prSet/>
      <dgm:spPr/>
      <dgm:t>
        <a:bodyPr/>
        <a:lstStyle/>
        <a:p>
          <a:r>
            <a:rPr lang="en-US" b="0" i="0" baseline="0"/>
            <a:t>Food rating</a:t>
          </a:r>
          <a:endParaRPr lang="en-US"/>
        </a:p>
      </dgm:t>
    </dgm:pt>
    <dgm:pt modelId="{5E584AAD-2CB1-40D6-8570-BB63CCAD06F9}" type="parTrans" cxnId="{3F1A01A7-E8FB-4B33-A355-0719A7B6B133}">
      <dgm:prSet/>
      <dgm:spPr/>
      <dgm:t>
        <a:bodyPr/>
        <a:lstStyle/>
        <a:p>
          <a:endParaRPr lang="en-US"/>
        </a:p>
      </dgm:t>
    </dgm:pt>
    <dgm:pt modelId="{32920544-5BD4-4012-9B07-C1687ECAE80C}" type="sibTrans" cxnId="{3F1A01A7-E8FB-4B33-A355-0719A7B6B133}">
      <dgm:prSet/>
      <dgm:spPr/>
      <dgm:t>
        <a:bodyPr/>
        <a:lstStyle/>
        <a:p>
          <a:endParaRPr lang="en-US"/>
        </a:p>
      </dgm:t>
    </dgm:pt>
    <dgm:pt modelId="{D6B5A6AB-85A7-468C-A7DF-0EFC31917274}">
      <dgm:prSet/>
      <dgm:spPr/>
      <dgm:t>
        <a:bodyPr/>
        <a:lstStyle/>
        <a:p>
          <a:r>
            <a:rPr lang="en-US" b="0" i="0" baseline="0"/>
            <a:t>Overall experience</a:t>
          </a:r>
          <a:endParaRPr lang="en-US"/>
        </a:p>
      </dgm:t>
    </dgm:pt>
    <dgm:pt modelId="{2900BEF3-B952-4406-8FF4-11EDC9D5591F}" type="parTrans" cxnId="{CFE49510-716B-4939-9299-A7F4AFD76F8D}">
      <dgm:prSet/>
      <dgm:spPr/>
      <dgm:t>
        <a:bodyPr/>
        <a:lstStyle/>
        <a:p>
          <a:endParaRPr lang="en-US"/>
        </a:p>
      </dgm:t>
    </dgm:pt>
    <dgm:pt modelId="{BC9725F4-4FF3-43F1-9CB5-ACD0D3DCB9D9}" type="sibTrans" cxnId="{CFE49510-716B-4939-9299-A7F4AFD76F8D}">
      <dgm:prSet/>
      <dgm:spPr/>
      <dgm:t>
        <a:bodyPr/>
        <a:lstStyle/>
        <a:p>
          <a:endParaRPr lang="en-US"/>
        </a:p>
      </dgm:t>
    </dgm:pt>
    <dgm:pt modelId="{4B5C1D49-FD6D-4673-8257-63CBF6925EB7}">
      <dgm:prSet/>
      <dgm:spPr/>
      <dgm:t>
        <a:bodyPr/>
        <a:lstStyle/>
        <a:p>
          <a:r>
            <a:rPr lang="en-US" b="0" i="0" baseline="0"/>
            <a:t>Clear star system</a:t>
          </a:r>
          <a:endParaRPr lang="en-US"/>
        </a:p>
      </dgm:t>
    </dgm:pt>
    <dgm:pt modelId="{23F287B4-C2BA-4643-9795-9BB6709FA561}" type="parTrans" cxnId="{F41F58FB-62F5-4A62-9A45-0B85B9DAEF30}">
      <dgm:prSet/>
      <dgm:spPr/>
      <dgm:t>
        <a:bodyPr/>
        <a:lstStyle/>
        <a:p>
          <a:endParaRPr lang="en-US"/>
        </a:p>
      </dgm:t>
    </dgm:pt>
    <dgm:pt modelId="{4245CFD3-2682-4C2C-8DAB-FB37E5FC8587}" type="sibTrans" cxnId="{F41F58FB-62F5-4A62-9A45-0B85B9DAEF30}">
      <dgm:prSet/>
      <dgm:spPr/>
      <dgm:t>
        <a:bodyPr/>
        <a:lstStyle/>
        <a:p>
          <a:endParaRPr lang="en-US"/>
        </a:p>
      </dgm:t>
    </dgm:pt>
    <dgm:pt modelId="{9CA6D601-EB85-4E2E-97BA-1B914744EEA5}">
      <dgm:prSet/>
      <dgm:spPr/>
      <dgm:t>
        <a:bodyPr/>
        <a:lstStyle/>
        <a:p>
          <a:r>
            <a:rPr lang="en-US" b="0" i="0" baseline="0"/>
            <a:t>Validation for missing ratings</a:t>
          </a:r>
          <a:endParaRPr lang="en-US"/>
        </a:p>
      </dgm:t>
    </dgm:pt>
    <dgm:pt modelId="{DAFA488A-1C61-48A2-AF23-C7C870491748}" type="parTrans" cxnId="{646B9FBD-482D-428A-8D34-9C04E066AE5C}">
      <dgm:prSet/>
      <dgm:spPr/>
      <dgm:t>
        <a:bodyPr/>
        <a:lstStyle/>
        <a:p>
          <a:endParaRPr lang="en-US"/>
        </a:p>
      </dgm:t>
    </dgm:pt>
    <dgm:pt modelId="{C339BB06-7F15-41C1-8633-591B9149893D}" type="sibTrans" cxnId="{646B9FBD-482D-428A-8D34-9C04E066AE5C}">
      <dgm:prSet/>
      <dgm:spPr/>
      <dgm:t>
        <a:bodyPr/>
        <a:lstStyle/>
        <a:p>
          <a:endParaRPr lang="en-US"/>
        </a:p>
      </dgm:t>
    </dgm:pt>
    <dgm:pt modelId="{5BED8835-D866-4F2B-90F4-1FB88C5A1E59}" type="pres">
      <dgm:prSet presAssocID="{FBC286DD-EDE1-4244-B390-0281048CE870}" presName="linear" presStyleCnt="0">
        <dgm:presLayoutVars>
          <dgm:animLvl val="lvl"/>
          <dgm:resizeHandles val="exact"/>
        </dgm:presLayoutVars>
      </dgm:prSet>
      <dgm:spPr/>
    </dgm:pt>
    <dgm:pt modelId="{F81683C9-E5B1-400E-AFA7-9D503ABAAD86}" type="pres">
      <dgm:prSet presAssocID="{5038EFB3-D142-4E9D-92C3-B6DD2383D2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C13E5FE-D0A7-42E5-B0A0-080115833DD1}" type="pres">
      <dgm:prSet presAssocID="{24A16AFE-F195-4298-90FE-8FBF46D8D152}" presName="spacer" presStyleCnt="0"/>
      <dgm:spPr/>
    </dgm:pt>
    <dgm:pt modelId="{35430C97-2133-4078-926E-4837B1687848}" type="pres">
      <dgm:prSet presAssocID="{ECE4DB2A-6372-4656-A5F4-B39F09B4FA4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8D942EF-D5AC-475D-98D4-694EE2169DA4}" type="pres">
      <dgm:prSet presAssocID="{32920544-5BD4-4012-9B07-C1687ECAE80C}" presName="spacer" presStyleCnt="0"/>
      <dgm:spPr/>
    </dgm:pt>
    <dgm:pt modelId="{98BD8CD5-FE84-444E-8596-8788A0358C53}" type="pres">
      <dgm:prSet presAssocID="{D6B5A6AB-85A7-468C-A7DF-0EFC3191727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34CDCF7-AD9D-45D9-838C-CB14F06DC946}" type="pres">
      <dgm:prSet presAssocID="{BC9725F4-4FF3-43F1-9CB5-ACD0D3DCB9D9}" presName="spacer" presStyleCnt="0"/>
      <dgm:spPr/>
    </dgm:pt>
    <dgm:pt modelId="{805AC0A8-E1D4-45A0-87A7-ABAD36F937AF}" type="pres">
      <dgm:prSet presAssocID="{4B5C1D49-FD6D-4673-8257-63CBF6925E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0C7AA27-A9FB-4D18-BE1F-2408383AA3A9}" type="pres">
      <dgm:prSet presAssocID="{4245CFD3-2682-4C2C-8DAB-FB37E5FC8587}" presName="spacer" presStyleCnt="0"/>
      <dgm:spPr/>
    </dgm:pt>
    <dgm:pt modelId="{C2F14EE8-FE82-468C-83A6-743E51A885BC}" type="pres">
      <dgm:prSet presAssocID="{9CA6D601-EB85-4E2E-97BA-1B914744EEA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FE49510-716B-4939-9299-A7F4AFD76F8D}" srcId="{FBC286DD-EDE1-4244-B390-0281048CE870}" destId="{D6B5A6AB-85A7-468C-A7DF-0EFC31917274}" srcOrd="2" destOrd="0" parTransId="{2900BEF3-B952-4406-8FF4-11EDC9D5591F}" sibTransId="{BC9725F4-4FF3-43F1-9CB5-ACD0D3DCB9D9}"/>
    <dgm:cxn modelId="{A0E3A02D-4505-44A3-BD4E-209E65BB8C78}" type="presOf" srcId="{5038EFB3-D142-4E9D-92C3-B6DD2383D2D7}" destId="{F81683C9-E5B1-400E-AFA7-9D503ABAAD86}" srcOrd="0" destOrd="0" presId="urn:microsoft.com/office/officeart/2005/8/layout/vList2"/>
    <dgm:cxn modelId="{6C34195B-4B43-4753-B1D1-83CC00E29E27}" srcId="{FBC286DD-EDE1-4244-B390-0281048CE870}" destId="{5038EFB3-D142-4E9D-92C3-B6DD2383D2D7}" srcOrd="0" destOrd="0" parTransId="{AE144F72-D095-4401-8977-774885BD8F53}" sibTransId="{24A16AFE-F195-4298-90FE-8FBF46D8D152}"/>
    <dgm:cxn modelId="{3F1A01A7-E8FB-4B33-A355-0719A7B6B133}" srcId="{FBC286DD-EDE1-4244-B390-0281048CE870}" destId="{ECE4DB2A-6372-4656-A5F4-B39F09B4FA4B}" srcOrd="1" destOrd="0" parTransId="{5E584AAD-2CB1-40D6-8570-BB63CCAD06F9}" sibTransId="{32920544-5BD4-4012-9B07-C1687ECAE80C}"/>
    <dgm:cxn modelId="{4E3487B6-A881-47C6-8811-DDEB5808CE9D}" type="presOf" srcId="{FBC286DD-EDE1-4244-B390-0281048CE870}" destId="{5BED8835-D866-4F2B-90F4-1FB88C5A1E59}" srcOrd="0" destOrd="0" presId="urn:microsoft.com/office/officeart/2005/8/layout/vList2"/>
    <dgm:cxn modelId="{646B9FBD-482D-428A-8D34-9C04E066AE5C}" srcId="{FBC286DD-EDE1-4244-B390-0281048CE870}" destId="{9CA6D601-EB85-4E2E-97BA-1B914744EEA5}" srcOrd="4" destOrd="0" parTransId="{DAFA488A-1C61-48A2-AF23-C7C870491748}" sibTransId="{C339BB06-7F15-41C1-8633-591B9149893D}"/>
    <dgm:cxn modelId="{2F231CC5-3BB4-4C99-AC3F-C3F67C518127}" type="presOf" srcId="{9CA6D601-EB85-4E2E-97BA-1B914744EEA5}" destId="{C2F14EE8-FE82-468C-83A6-743E51A885BC}" srcOrd="0" destOrd="0" presId="urn:microsoft.com/office/officeart/2005/8/layout/vList2"/>
    <dgm:cxn modelId="{1BA563D0-A636-4DB4-B25B-B036312D9DCD}" type="presOf" srcId="{4B5C1D49-FD6D-4673-8257-63CBF6925EB7}" destId="{805AC0A8-E1D4-45A0-87A7-ABAD36F937AF}" srcOrd="0" destOrd="0" presId="urn:microsoft.com/office/officeart/2005/8/layout/vList2"/>
    <dgm:cxn modelId="{CC1E1AD3-D41D-4E62-AD9C-E1F18B48C826}" type="presOf" srcId="{D6B5A6AB-85A7-468C-A7DF-0EFC31917274}" destId="{98BD8CD5-FE84-444E-8596-8788A0358C53}" srcOrd="0" destOrd="0" presId="urn:microsoft.com/office/officeart/2005/8/layout/vList2"/>
    <dgm:cxn modelId="{701392EA-9FFC-4324-B2C1-7A775EE9DC62}" type="presOf" srcId="{ECE4DB2A-6372-4656-A5F4-B39F09B4FA4B}" destId="{35430C97-2133-4078-926E-4837B1687848}" srcOrd="0" destOrd="0" presId="urn:microsoft.com/office/officeart/2005/8/layout/vList2"/>
    <dgm:cxn modelId="{F41F58FB-62F5-4A62-9A45-0B85B9DAEF30}" srcId="{FBC286DD-EDE1-4244-B390-0281048CE870}" destId="{4B5C1D49-FD6D-4673-8257-63CBF6925EB7}" srcOrd="3" destOrd="0" parTransId="{23F287B4-C2BA-4643-9795-9BB6709FA561}" sibTransId="{4245CFD3-2682-4C2C-8DAB-FB37E5FC8587}"/>
    <dgm:cxn modelId="{08C9A9A5-70B7-45D5-87BB-88914242CEB2}" type="presParOf" srcId="{5BED8835-D866-4F2B-90F4-1FB88C5A1E59}" destId="{F81683C9-E5B1-400E-AFA7-9D503ABAAD86}" srcOrd="0" destOrd="0" presId="urn:microsoft.com/office/officeart/2005/8/layout/vList2"/>
    <dgm:cxn modelId="{C2538743-32CD-4187-983E-B3DD44E828E3}" type="presParOf" srcId="{5BED8835-D866-4F2B-90F4-1FB88C5A1E59}" destId="{AC13E5FE-D0A7-42E5-B0A0-080115833DD1}" srcOrd="1" destOrd="0" presId="urn:microsoft.com/office/officeart/2005/8/layout/vList2"/>
    <dgm:cxn modelId="{BFA6314D-C18E-4735-8452-4CDD222D5E48}" type="presParOf" srcId="{5BED8835-D866-4F2B-90F4-1FB88C5A1E59}" destId="{35430C97-2133-4078-926E-4837B1687848}" srcOrd="2" destOrd="0" presId="urn:microsoft.com/office/officeart/2005/8/layout/vList2"/>
    <dgm:cxn modelId="{47C2E3F3-F265-4DD6-B605-FEBDC2FF810A}" type="presParOf" srcId="{5BED8835-D866-4F2B-90F4-1FB88C5A1E59}" destId="{78D942EF-D5AC-475D-98D4-694EE2169DA4}" srcOrd="3" destOrd="0" presId="urn:microsoft.com/office/officeart/2005/8/layout/vList2"/>
    <dgm:cxn modelId="{007F6373-8CCC-493F-AD1D-8F29702374E0}" type="presParOf" srcId="{5BED8835-D866-4F2B-90F4-1FB88C5A1E59}" destId="{98BD8CD5-FE84-444E-8596-8788A0358C53}" srcOrd="4" destOrd="0" presId="urn:microsoft.com/office/officeart/2005/8/layout/vList2"/>
    <dgm:cxn modelId="{D40C9252-9242-4BA0-BC27-E129CF0CE92A}" type="presParOf" srcId="{5BED8835-D866-4F2B-90F4-1FB88C5A1E59}" destId="{134CDCF7-AD9D-45D9-838C-CB14F06DC946}" srcOrd="5" destOrd="0" presId="urn:microsoft.com/office/officeart/2005/8/layout/vList2"/>
    <dgm:cxn modelId="{02B1BDD7-53BF-4D1B-B51D-1B8B18C13E18}" type="presParOf" srcId="{5BED8835-D866-4F2B-90F4-1FB88C5A1E59}" destId="{805AC0A8-E1D4-45A0-87A7-ABAD36F937AF}" srcOrd="6" destOrd="0" presId="urn:microsoft.com/office/officeart/2005/8/layout/vList2"/>
    <dgm:cxn modelId="{C537E951-733D-404A-AD3E-FCDFFFEED127}" type="presParOf" srcId="{5BED8835-D866-4F2B-90F4-1FB88C5A1E59}" destId="{50C7AA27-A9FB-4D18-BE1F-2408383AA3A9}" srcOrd="7" destOrd="0" presId="urn:microsoft.com/office/officeart/2005/8/layout/vList2"/>
    <dgm:cxn modelId="{A8F92D18-4EDF-428D-875B-3E2BC630F3A4}" type="presParOf" srcId="{5BED8835-D866-4F2B-90F4-1FB88C5A1E59}" destId="{C2F14EE8-FE82-468C-83A6-743E51A885B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DE7D2A7-0C68-46FA-A9D5-6DE8E227CFE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A1C511-14A7-45E1-88CA-92CF1E980F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User types or taps microphone</a:t>
          </a:r>
          <a:endParaRPr lang="en-US" dirty="0"/>
        </a:p>
      </dgm:t>
    </dgm:pt>
    <dgm:pt modelId="{36D5CF43-C058-444F-A891-EEDBABA85720}" type="parTrans" cxnId="{8EF0FD84-449C-495F-8940-36430088CDFB}">
      <dgm:prSet/>
      <dgm:spPr/>
      <dgm:t>
        <a:bodyPr/>
        <a:lstStyle/>
        <a:p>
          <a:endParaRPr lang="en-US"/>
        </a:p>
      </dgm:t>
    </dgm:pt>
    <dgm:pt modelId="{1AB669E2-61DD-4760-AD66-79403FA830A6}" type="sibTrans" cxnId="{8EF0FD84-449C-495F-8940-36430088CDFB}">
      <dgm:prSet/>
      <dgm:spPr/>
      <dgm:t>
        <a:bodyPr/>
        <a:lstStyle/>
        <a:p>
          <a:endParaRPr lang="en-US"/>
        </a:p>
      </dgm:t>
    </dgm:pt>
    <dgm:pt modelId="{09A07262-3721-4770-B109-EA83B6695C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Speech recognized into text</a:t>
          </a:r>
          <a:endParaRPr lang="en-US"/>
        </a:p>
      </dgm:t>
    </dgm:pt>
    <dgm:pt modelId="{C837E27B-8673-4417-BF5C-36C878E5BFB4}" type="parTrans" cxnId="{C5C0CF92-DE39-4A9C-B0F3-555E85A912BC}">
      <dgm:prSet/>
      <dgm:spPr/>
      <dgm:t>
        <a:bodyPr/>
        <a:lstStyle/>
        <a:p>
          <a:endParaRPr lang="en-US"/>
        </a:p>
      </dgm:t>
    </dgm:pt>
    <dgm:pt modelId="{C786458F-87D4-4CC0-A298-3376349056FB}" type="sibTrans" cxnId="{C5C0CF92-DE39-4A9C-B0F3-555E85A912BC}">
      <dgm:prSet/>
      <dgm:spPr/>
      <dgm:t>
        <a:bodyPr/>
        <a:lstStyle/>
        <a:p>
          <a:endParaRPr lang="en-US"/>
        </a:p>
      </dgm:t>
    </dgm:pt>
    <dgm:pt modelId="{78400F2C-A454-4E1A-ACDC-07B9F29A32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Sentiment analysis validates comment</a:t>
          </a:r>
          <a:endParaRPr lang="en-US"/>
        </a:p>
      </dgm:t>
    </dgm:pt>
    <dgm:pt modelId="{221810B7-4532-42A4-997F-32A5AAC820FC}" type="parTrans" cxnId="{A4AE3E2C-FA49-4802-B310-44C030113834}">
      <dgm:prSet/>
      <dgm:spPr/>
      <dgm:t>
        <a:bodyPr/>
        <a:lstStyle/>
        <a:p>
          <a:endParaRPr lang="en-US"/>
        </a:p>
      </dgm:t>
    </dgm:pt>
    <dgm:pt modelId="{07E9DB43-B0A1-4A2E-8C27-A71C80CC3C4C}" type="sibTrans" cxnId="{A4AE3E2C-FA49-4802-B310-44C030113834}">
      <dgm:prSet/>
      <dgm:spPr/>
      <dgm:t>
        <a:bodyPr/>
        <a:lstStyle/>
        <a:p>
          <a:endParaRPr lang="en-US"/>
        </a:p>
      </dgm:t>
    </dgm:pt>
    <dgm:pt modelId="{29256D3C-3788-4972-A19A-396DCDB5E4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Prevents contradictory feedback</a:t>
          </a:r>
          <a:endParaRPr lang="en-US"/>
        </a:p>
      </dgm:t>
    </dgm:pt>
    <dgm:pt modelId="{665CB50F-CBF6-4834-ABE7-F8BD64907947}" type="parTrans" cxnId="{42699398-ADCF-468F-B027-65370CA1F55F}">
      <dgm:prSet/>
      <dgm:spPr/>
      <dgm:t>
        <a:bodyPr/>
        <a:lstStyle/>
        <a:p>
          <a:endParaRPr lang="en-US"/>
        </a:p>
      </dgm:t>
    </dgm:pt>
    <dgm:pt modelId="{65B3B7FD-A102-4B61-83A9-5AD71BA382E1}" type="sibTrans" cxnId="{42699398-ADCF-468F-B027-65370CA1F55F}">
      <dgm:prSet/>
      <dgm:spPr/>
      <dgm:t>
        <a:bodyPr/>
        <a:lstStyle/>
        <a:p>
          <a:endParaRPr lang="en-US"/>
        </a:p>
      </dgm:t>
    </dgm:pt>
    <dgm:pt modelId="{D958C729-D310-41FA-86D9-456871A47563}" type="pres">
      <dgm:prSet presAssocID="{2DE7D2A7-0C68-46FA-A9D5-6DE8E227CFEA}" presName="root" presStyleCnt="0">
        <dgm:presLayoutVars>
          <dgm:dir/>
          <dgm:resizeHandles val="exact"/>
        </dgm:presLayoutVars>
      </dgm:prSet>
      <dgm:spPr/>
    </dgm:pt>
    <dgm:pt modelId="{E5257725-8CD1-4D07-8C27-DB8622390D7E}" type="pres">
      <dgm:prSet presAssocID="{77A1C511-14A7-45E1-88CA-92CF1E980F1A}" presName="compNode" presStyleCnt="0"/>
      <dgm:spPr/>
    </dgm:pt>
    <dgm:pt modelId="{F56E72D2-5AD5-420C-9BB9-35AEFF3B82F7}" type="pres">
      <dgm:prSet presAssocID="{77A1C511-14A7-45E1-88CA-92CF1E980F1A}" presName="bgRect" presStyleLbl="bgShp" presStyleIdx="0" presStyleCnt="4"/>
      <dgm:spPr/>
    </dgm:pt>
    <dgm:pt modelId="{1A88E6C4-AB1A-475C-A055-4434206A758F}" type="pres">
      <dgm:prSet presAssocID="{77A1C511-14A7-45E1-88CA-92CF1E980F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38FCB19E-F0BE-4491-88D2-4CC564879095}" type="pres">
      <dgm:prSet presAssocID="{77A1C511-14A7-45E1-88CA-92CF1E980F1A}" presName="spaceRect" presStyleCnt="0"/>
      <dgm:spPr/>
    </dgm:pt>
    <dgm:pt modelId="{5BCB6D9B-ACD8-4884-B836-966C48F4D9DF}" type="pres">
      <dgm:prSet presAssocID="{77A1C511-14A7-45E1-88CA-92CF1E980F1A}" presName="parTx" presStyleLbl="revTx" presStyleIdx="0" presStyleCnt="4">
        <dgm:presLayoutVars>
          <dgm:chMax val="0"/>
          <dgm:chPref val="0"/>
        </dgm:presLayoutVars>
      </dgm:prSet>
      <dgm:spPr/>
    </dgm:pt>
    <dgm:pt modelId="{1FD9377B-3A0A-4F70-B7F0-6376FC26FA8B}" type="pres">
      <dgm:prSet presAssocID="{1AB669E2-61DD-4760-AD66-79403FA830A6}" presName="sibTrans" presStyleCnt="0"/>
      <dgm:spPr/>
    </dgm:pt>
    <dgm:pt modelId="{62107314-998C-403A-9A6B-2625696180A6}" type="pres">
      <dgm:prSet presAssocID="{09A07262-3721-4770-B109-EA83B6695CEA}" presName="compNode" presStyleCnt="0"/>
      <dgm:spPr/>
    </dgm:pt>
    <dgm:pt modelId="{20C4330D-7E46-4AE9-A5C5-0665B9718ADC}" type="pres">
      <dgm:prSet presAssocID="{09A07262-3721-4770-B109-EA83B6695CEA}" presName="bgRect" presStyleLbl="bgShp" presStyleIdx="1" presStyleCnt="4"/>
      <dgm:spPr/>
    </dgm:pt>
    <dgm:pt modelId="{F4B6563C-128C-40BF-917D-B1CB6CB0BE21}" type="pres">
      <dgm:prSet presAssocID="{09A07262-3721-4770-B109-EA83B6695CE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0E6C8BD2-447C-481A-8106-E8D713A58C63}" type="pres">
      <dgm:prSet presAssocID="{09A07262-3721-4770-B109-EA83B6695CEA}" presName="spaceRect" presStyleCnt="0"/>
      <dgm:spPr/>
    </dgm:pt>
    <dgm:pt modelId="{F97E589A-CCCC-4B64-9D37-65C88CA3C560}" type="pres">
      <dgm:prSet presAssocID="{09A07262-3721-4770-B109-EA83B6695CEA}" presName="parTx" presStyleLbl="revTx" presStyleIdx="1" presStyleCnt="4">
        <dgm:presLayoutVars>
          <dgm:chMax val="0"/>
          <dgm:chPref val="0"/>
        </dgm:presLayoutVars>
      </dgm:prSet>
      <dgm:spPr/>
    </dgm:pt>
    <dgm:pt modelId="{CCA8ACF2-5EB3-47F4-9ED8-4D7FBA070CCE}" type="pres">
      <dgm:prSet presAssocID="{C786458F-87D4-4CC0-A298-3376349056FB}" presName="sibTrans" presStyleCnt="0"/>
      <dgm:spPr/>
    </dgm:pt>
    <dgm:pt modelId="{D970E8D8-23E8-48AC-9943-8C8254816EC1}" type="pres">
      <dgm:prSet presAssocID="{78400F2C-A454-4E1A-ACDC-07B9F29A32C6}" presName="compNode" presStyleCnt="0"/>
      <dgm:spPr/>
    </dgm:pt>
    <dgm:pt modelId="{A94CB188-9874-4BB2-9521-7A02D9DFD853}" type="pres">
      <dgm:prSet presAssocID="{78400F2C-A454-4E1A-ACDC-07B9F29A32C6}" presName="bgRect" presStyleLbl="bgShp" presStyleIdx="2" presStyleCnt="4"/>
      <dgm:spPr/>
    </dgm:pt>
    <dgm:pt modelId="{E05B0DFB-6E02-418A-A7F0-2DA0279BB237}" type="pres">
      <dgm:prSet presAssocID="{78400F2C-A454-4E1A-ACDC-07B9F29A32C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5111AE3-C197-429A-9C84-AF5BB592ECA8}" type="pres">
      <dgm:prSet presAssocID="{78400F2C-A454-4E1A-ACDC-07B9F29A32C6}" presName="spaceRect" presStyleCnt="0"/>
      <dgm:spPr/>
    </dgm:pt>
    <dgm:pt modelId="{AF3799F1-6327-4832-9776-8BDA132ABDAE}" type="pres">
      <dgm:prSet presAssocID="{78400F2C-A454-4E1A-ACDC-07B9F29A32C6}" presName="parTx" presStyleLbl="revTx" presStyleIdx="2" presStyleCnt="4">
        <dgm:presLayoutVars>
          <dgm:chMax val="0"/>
          <dgm:chPref val="0"/>
        </dgm:presLayoutVars>
      </dgm:prSet>
      <dgm:spPr/>
    </dgm:pt>
    <dgm:pt modelId="{3BEC9809-8ECC-4640-B091-77697CAED0EC}" type="pres">
      <dgm:prSet presAssocID="{07E9DB43-B0A1-4A2E-8C27-A71C80CC3C4C}" presName="sibTrans" presStyleCnt="0"/>
      <dgm:spPr/>
    </dgm:pt>
    <dgm:pt modelId="{FBC7FC2F-7D51-490C-9390-CF0555EB4D52}" type="pres">
      <dgm:prSet presAssocID="{29256D3C-3788-4972-A19A-396DCDB5E4F5}" presName="compNode" presStyleCnt="0"/>
      <dgm:spPr/>
    </dgm:pt>
    <dgm:pt modelId="{E9D1A4C9-4A96-48EC-B14E-C5731075C115}" type="pres">
      <dgm:prSet presAssocID="{29256D3C-3788-4972-A19A-396DCDB5E4F5}" presName="bgRect" presStyleLbl="bgShp" presStyleIdx="3" presStyleCnt="4"/>
      <dgm:spPr/>
    </dgm:pt>
    <dgm:pt modelId="{D71A1FE3-7F12-43E6-9E55-F9F8C6BC120B}" type="pres">
      <dgm:prSet presAssocID="{29256D3C-3788-4972-A19A-396DCDB5E4F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845862C-C435-4837-88D2-867E221BDF51}" type="pres">
      <dgm:prSet presAssocID="{29256D3C-3788-4972-A19A-396DCDB5E4F5}" presName="spaceRect" presStyleCnt="0"/>
      <dgm:spPr/>
    </dgm:pt>
    <dgm:pt modelId="{7B46CAD0-45DC-44AE-BCAD-EB9019FB6C5E}" type="pres">
      <dgm:prSet presAssocID="{29256D3C-3788-4972-A19A-396DCDB5E4F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D6F960D-AF1F-4983-A435-43781BE8714D}" type="presOf" srcId="{78400F2C-A454-4E1A-ACDC-07B9F29A32C6}" destId="{AF3799F1-6327-4832-9776-8BDA132ABDAE}" srcOrd="0" destOrd="0" presId="urn:microsoft.com/office/officeart/2018/2/layout/IconVerticalSolidList"/>
    <dgm:cxn modelId="{A4AE3E2C-FA49-4802-B310-44C030113834}" srcId="{2DE7D2A7-0C68-46FA-A9D5-6DE8E227CFEA}" destId="{78400F2C-A454-4E1A-ACDC-07B9F29A32C6}" srcOrd="2" destOrd="0" parTransId="{221810B7-4532-42A4-997F-32A5AAC820FC}" sibTransId="{07E9DB43-B0A1-4A2E-8C27-A71C80CC3C4C}"/>
    <dgm:cxn modelId="{9372DA36-F434-4713-9820-597DC08D5D3D}" type="presOf" srcId="{77A1C511-14A7-45E1-88CA-92CF1E980F1A}" destId="{5BCB6D9B-ACD8-4884-B836-966C48F4D9DF}" srcOrd="0" destOrd="0" presId="urn:microsoft.com/office/officeart/2018/2/layout/IconVerticalSolidList"/>
    <dgm:cxn modelId="{8EF0FD84-449C-495F-8940-36430088CDFB}" srcId="{2DE7D2A7-0C68-46FA-A9D5-6DE8E227CFEA}" destId="{77A1C511-14A7-45E1-88CA-92CF1E980F1A}" srcOrd="0" destOrd="0" parTransId="{36D5CF43-C058-444F-A891-EEDBABA85720}" sibTransId="{1AB669E2-61DD-4760-AD66-79403FA830A6}"/>
    <dgm:cxn modelId="{C5C0CF92-DE39-4A9C-B0F3-555E85A912BC}" srcId="{2DE7D2A7-0C68-46FA-A9D5-6DE8E227CFEA}" destId="{09A07262-3721-4770-B109-EA83B6695CEA}" srcOrd="1" destOrd="0" parTransId="{C837E27B-8673-4417-BF5C-36C878E5BFB4}" sibTransId="{C786458F-87D4-4CC0-A298-3376349056FB}"/>
    <dgm:cxn modelId="{42699398-ADCF-468F-B027-65370CA1F55F}" srcId="{2DE7D2A7-0C68-46FA-A9D5-6DE8E227CFEA}" destId="{29256D3C-3788-4972-A19A-396DCDB5E4F5}" srcOrd="3" destOrd="0" parTransId="{665CB50F-CBF6-4834-ABE7-F8BD64907947}" sibTransId="{65B3B7FD-A102-4B61-83A9-5AD71BA382E1}"/>
    <dgm:cxn modelId="{AB192DAF-952F-429A-B554-99C61CC2598B}" type="presOf" srcId="{09A07262-3721-4770-B109-EA83B6695CEA}" destId="{F97E589A-CCCC-4B64-9D37-65C88CA3C560}" srcOrd="0" destOrd="0" presId="urn:microsoft.com/office/officeart/2018/2/layout/IconVerticalSolidList"/>
    <dgm:cxn modelId="{D1E1BBBF-6611-40A1-86E7-5130FAFE7EC5}" type="presOf" srcId="{2DE7D2A7-0C68-46FA-A9D5-6DE8E227CFEA}" destId="{D958C729-D310-41FA-86D9-456871A47563}" srcOrd="0" destOrd="0" presId="urn:microsoft.com/office/officeart/2018/2/layout/IconVerticalSolidList"/>
    <dgm:cxn modelId="{82F687C8-4AD7-4F36-9F37-BE4214325C6A}" type="presOf" srcId="{29256D3C-3788-4972-A19A-396DCDB5E4F5}" destId="{7B46CAD0-45DC-44AE-BCAD-EB9019FB6C5E}" srcOrd="0" destOrd="0" presId="urn:microsoft.com/office/officeart/2018/2/layout/IconVerticalSolidList"/>
    <dgm:cxn modelId="{7328E05E-9989-4461-AB92-41D7C2BDAFF6}" type="presParOf" srcId="{D958C729-D310-41FA-86D9-456871A47563}" destId="{E5257725-8CD1-4D07-8C27-DB8622390D7E}" srcOrd="0" destOrd="0" presId="urn:microsoft.com/office/officeart/2018/2/layout/IconVerticalSolidList"/>
    <dgm:cxn modelId="{013BCA5B-7C75-4BD1-AF63-5F89978E3A6E}" type="presParOf" srcId="{E5257725-8CD1-4D07-8C27-DB8622390D7E}" destId="{F56E72D2-5AD5-420C-9BB9-35AEFF3B82F7}" srcOrd="0" destOrd="0" presId="urn:microsoft.com/office/officeart/2018/2/layout/IconVerticalSolidList"/>
    <dgm:cxn modelId="{B485624C-6335-436B-9EBD-14AD2EC92580}" type="presParOf" srcId="{E5257725-8CD1-4D07-8C27-DB8622390D7E}" destId="{1A88E6C4-AB1A-475C-A055-4434206A758F}" srcOrd="1" destOrd="0" presId="urn:microsoft.com/office/officeart/2018/2/layout/IconVerticalSolidList"/>
    <dgm:cxn modelId="{B1F7B243-B563-4017-ACE1-C6D4E8DD863C}" type="presParOf" srcId="{E5257725-8CD1-4D07-8C27-DB8622390D7E}" destId="{38FCB19E-F0BE-4491-88D2-4CC564879095}" srcOrd="2" destOrd="0" presId="urn:microsoft.com/office/officeart/2018/2/layout/IconVerticalSolidList"/>
    <dgm:cxn modelId="{A959DF42-B003-4C10-B2B3-CFC4B30F4DCD}" type="presParOf" srcId="{E5257725-8CD1-4D07-8C27-DB8622390D7E}" destId="{5BCB6D9B-ACD8-4884-B836-966C48F4D9DF}" srcOrd="3" destOrd="0" presId="urn:microsoft.com/office/officeart/2018/2/layout/IconVerticalSolidList"/>
    <dgm:cxn modelId="{D33909FE-5BAC-4FDA-8473-597D5FD2F078}" type="presParOf" srcId="{D958C729-D310-41FA-86D9-456871A47563}" destId="{1FD9377B-3A0A-4F70-B7F0-6376FC26FA8B}" srcOrd="1" destOrd="0" presId="urn:microsoft.com/office/officeart/2018/2/layout/IconVerticalSolidList"/>
    <dgm:cxn modelId="{E871DC45-7F72-410A-89DC-465D7BBC8AC5}" type="presParOf" srcId="{D958C729-D310-41FA-86D9-456871A47563}" destId="{62107314-998C-403A-9A6B-2625696180A6}" srcOrd="2" destOrd="0" presId="urn:microsoft.com/office/officeart/2018/2/layout/IconVerticalSolidList"/>
    <dgm:cxn modelId="{E221764A-4075-4296-8446-ADD09EFF2CFF}" type="presParOf" srcId="{62107314-998C-403A-9A6B-2625696180A6}" destId="{20C4330D-7E46-4AE9-A5C5-0665B9718ADC}" srcOrd="0" destOrd="0" presId="urn:microsoft.com/office/officeart/2018/2/layout/IconVerticalSolidList"/>
    <dgm:cxn modelId="{F5754405-EA71-4123-8671-02F52231FFCC}" type="presParOf" srcId="{62107314-998C-403A-9A6B-2625696180A6}" destId="{F4B6563C-128C-40BF-917D-B1CB6CB0BE21}" srcOrd="1" destOrd="0" presId="urn:microsoft.com/office/officeart/2018/2/layout/IconVerticalSolidList"/>
    <dgm:cxn modelId="{0D9DDA63-B76B-4290-BB11-E73AAE10ECB7}" type="presParOf" srcId="{62107314-998C-403A-9A6B-2625696180A6}" destId="{0E6C8BD2-447C-481A-8106-E8D713A58C63}" srcOrd="2" destOrd="0" presId="urn:microsoft.com/office/officeart/2018/2/layout/IconVerticalSolidList"/>
    <dgm:cxn modelId="{44C88C95-14F2-4B70-900A-DFE47D5149C3}" type="presParOf" srcId="{62107314-998C-403A-9A6B-2625696180A6}" destId="{F97E589A-CCCC-4B64-9D37-65C88CA3C560}" srcOrd="3" destOrd="0" presId="urn:microsoft.com/office/officeart/2018/2/layout/IconVerticalSolidList"/>
    <dgm:cxn modelId="{B7CC263C-4EAD-467E-AA4A-468156041E11}" type="presParOf" srcId="{D958C729-D310-41FA-86D9-456871A47563}" destId="{CCA8ACF2-5EB3-47F4-9ED8-4D7FBA070CCE}" srcOrd="3" destOrd="0" presId="urn:microsoft.com/office/officeart/2018/2/layout/IconVerticalSolidList"/>
    <dgm:cxn modelId="{0DE3CA6C-562F-4EB9-9EE1-089090C77703}" type="presParOf" srcId="{D958C729-D310-41FA-86D9-456871A47563}" destId="{D970E8D8-23E8-48AC-9943-8C8254816EC1}" srcOrd="4" destOrd="0" presId="urn:microsoft.com/office/officeart/2018/2/layout/IconVerticalSolidList"/>
    <dgm:cxn modelId="{649C3F4E-DE64-4FA0-8C15-483002AF23E7}" type="presParOf" srcId="{D970E8D8-23E8-48AC-9943-8C8254816EC1}" destId="{A94CB188-9874-4BB2-9521-7A02D9DFD853}" srcOrd="0" destOrd="0" presId="urn:microsoft.com/office/officeart/2018/2/layout/IconVerticalSolidList"/>
    <dgm:cxn modelId="{60143750-E911-4A09-9543-7CC3CA8BEA4B}" type="presParOf" srcId="{D970E8D8-23E8-48AC-9943-8C8254816EC1}" destId="{E05B0DFB-6E02-418A-A7F0-2DA0279BB237}" srcOrd="1" destOrd="0" presId="urn:microsoft.com/office/officeart/2018/2/layout/IconVerticalSolidList"/>
    <dgm:cxn modelId="{8D3DA1C4-B22E-44EC-90E8-56B87921CCA3}" type="presParOf" srcId="{D970E8D8-23E8-48AC-9943-8C8254816EC1}" destId="{65111AE3-C197-429A-9C84-AF5BB592ECA8}" srcOrd="2" destOrd="0" presId="urn:microsoft.com/office/officeart/2018/2/layout/IconVerticalSolidList"/>
    <dgm:cxn modelId="{18C91D3B-29ED-408C-BB1A-27C0CB8E431C}" type="presParOf" srcId="{D970E8D8-23E8-48AC-9943-8C8254816EC1}" destId="{AF3799F1-6327-4832-9776-8BDA132ABDAE}" srcOrd="3" destOrd="0" presId="urn:microsoft.com/office/officeart/2018/2/layout/IconVerticalSolidList"/>
    <dgm:cxn modelId="{8D2E6BF2-73C4-44B0-982B-AE8DE9495541}" type="presParOf" srcId="{D958C729-D310-41FA-86D9-456871A47563}" destId="{3BEC9809-8ECC-4640-B091-77697CAED0EC}" srcOrd="5" destOrd="0" presId="urn:microsoft.com/office/officeart/2018/2/layout/IconVerticalSolidList"/>
    <dgm:cxn modelId="{F820EDE7-8B46-40F6-8772-EC6C0545342B}" type="presParOf" srcId="{D958C729-D310-41FA-86D9-456871A47563}" destId="{FBC7FC2F-7D51-490C-9390-CF0555EB4D52}" srcOrd="6" destOrd="0" presId="urn:microsoft.com/office/officeart/2018/2/layout/IconVerticalSolidList"/>
    <dgm:cxn modelId="{C1082CAE-E504-4C26-8F52-465B92471F1B}" type="presParOf" srcId="{FBC7FC2F-7D51-490C-9390-CF0555EB4D52}" destId="{E9D1A4C9-4A96-48EC-B14E-C5731075C115}" srcOrd="0" destOrd="0" presId="urn:microsoft.com/office/officeart/2018/2/layout/IconVerticalSolidList"/>
    <dgm:cxn modelId="{EBED383A-D31D-4459-8C28-23D538BED94F}" type="presParOf" srcId="{FBC7FC2F-7D51-490C-9390-CF0555EB4D52}" destId="{D71A1FE3-7F12-43E6-9E55-F9F8C6BC120B}" srcOrd="1" destOrd="0" presId="urn:microsoft.com/office/officeart/2018/2/layout/IconVerticalSolidList"/>
    <dgm:cxn modelId="{6CEF89F3-E1DF-4A12-871F-5E7F00CE383A}" type="presParOf" srcId="{FBC7FC2F-7D51-490C-9390-CF0555EB4D52}" destId="{8845862C-C435-4837-88D2-867E221BDF51}" srcOrd="2" destOrd="0" presId="urn:microsoft.com/office/officeart/2018/2/layout/IconVerticalSolidList"/>
    <dgm:cxn modelId="{190BC019-D237-4BF7-9411-3EEF09062443}" type="presParOf" srcId="{FBC7FC2F-7D51-490C-9390-CF0555EB4D52}" destId="{7B46CAD0-45DC-44AE-BCAD-EB9019FB6C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C8D9DED-4DEE-42FD-B924-C6E9ACEDD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931BA5-F705-4881-A683-6FD1F375BA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Simple Yes/No toggle</a:t>
          </a:r>
          <a:endParaRPr lang="en-US"/>
        </a:p>
      </dgm:t>
    </dgm:pt>
    <dgm:pt modelId="{A63B3624-D873-4666-8789-0F663A6D644C}" type="parTrans" cxnId="{BB62FA22-287E-4CDD-BD54-2D636BADE0BA}">
      <dgm:prSet/>
      <dgm:spPr/>
      <dgm:t>
        <a:bodyPr/>
        <a:lstStyle/>
        <a:p>
          <a:endParaRPr lang="en-US"/>
        </a:p>
      </dgm:t>
    </dgm:pt>
    <dgm:pt modelId="{E09FC204-3A0A-43C2-9941-95C43EA881A3}" type="sibTrans" cxnId="{BB62FA22-287E-4CDD-BD54-2D636BADE0BA}">
      <dgm:prSet/>
      <dgm:spPr/>
      <dgm:t>
        <a:bodyPr/>
        <a:lstStyle/>
        <a:p>
          <a:endParaRPr lang="en-US"/>
        </a:p>
      </dgm:t>
    </dgm:pt>
    <dgm:pt modelId="{B3A08282-7332-4695-97DD-DAF39DCC6B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Affects business analytics</a:t>
          </a:r>
          <a:endParaRPr lang="en-US"/>
        </a:p>
      </dgm:t>
    </dgm:pt>
    <dgm:pt modelId="{BE05049E-A82F-48CB-8BF9-05F1B25B94C4}" type="parTrans" cxnId="{DE19D65E-48F9-43D8-BAEA-992DB8BF089E}">
      <dgm:prSet/>
      <dgm:spPr/>
      <dgm:t>
        <a:bodyPr/>
        <a:lstStyle/>
        <a:p>
          <a:endParaRPr lang="en-US"/>
        </a:p>
      </dgm:t>
    </dgm:pt>
    <dgm:pt modelId="{7AD6C800-0957-4AE7-B1DA-06135AC56220}" type="sibTrans" cxnId="{DE19D65E-48F9-43D8-BAEA-992DB8BF089E}">
      <dgm:prSet/>
      <dgm:spPr/>
      <dgm:t>
        <a:bodyPr/>
        <a:lstStyle/>
        <a:p>
          <a:endParaRPr lang="en-US"/>
        </a:p>
      </dgm:t>
    </dgm:pt>
    <dgm:pt modelId="{3760CD9E-F3F8-41C3-8443-868A34909245}" type="pres">
      <dgm:prSet presAssocID="{2C8D9DED-4DEE-42FD-B924-C6E9ACEDDDE9}" presName="root" presStyleCnt="0">
        <dgm:presLayoutVars>
          <dgm:dir/>
          <dgm:resizeHandles val="exact"/>
        </dgm:presLayoutVars>
      </dgm:prSet>
      <dgm:spPr/>
    </dgm:pt>
    <dgm:pt modelId="{F300D8E2-7C21-4ACF-98FE-3DD544DF7B29}" type="pres">
      <dgm:prSet presAssocID="{0F931BA5-F705-4881-A683-6FD1F375BAE0}" presName="compNode" presStyleCnt="0"/>
      <dgm:spPr/>
    </dgm:pt>
    <dgm:pt modelId="{79C4F34E-DE72-4342-A599-CFFCB423849D}" type="pres">
      <dgm:prSet presAssocID="{0F931BA5-F705-4881-A683-6FD1F375BAE0}" presName="bgRect" presStyleLbl="bgShp" presStyleIdx="0" presStyleCnt="2"/>
      <dgm:spPr/>
    </dgm:pt>
    <dgm:pt modelId="{DD71AD92-535C-47D3-BBEC-83626C349F46}" type="pres">
      <dgm:prSet presAssocID="{0F931BA5-F705-4881-A683-6FD1F375BAE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E49A87FC-A3F1-4C14-A595-0E6F1DC9B682}" type="pres">
      <dgm:prSet presAssocID="{0F931BA5-F705-4881-A683-6FD1F375BAE0}" presName="spaceRect" presStyleCnt="0"/>
      <dgm:spPr/>
    </dgm:pt>
    <dgm:pt modelId="{D8DC85C9-E24C-4E16-9FC5-182FB1223D56}" type="pres">
      <dgm:prSet presAssocID="{0F931BA5-F705-4881-A683-6FD1F375BAE0}" presName="parTx" presStyleLbl="revTx" presStyleIdx="0" presStyleCnt="2">
        <dgm:presLayoutVars>
          <dgm:chMax val="0"/>
          <dgm:chPref val="0"/>
        </dgm:presLayoutVars>
      </dgm:prSet>
      <dgm:spPr/>
    </dgm:pt>
    <dgm:pt modelId="{73CDCCFD-1551-4EAC-90AB-84932519A362}" type="pres">
      <dgm:prSet presAssocID="{E09FC204-3A0A-43C2-9941-95C43EA881A3}" presName="sibTrans" presStyleCnt="0"/>
      <dgm:spPr/>
    </dgm:pt>
    <dgm:pt modelId="{04C56398-F8EE-4A87-B3BA-CDFCC5FF53B3}" type="pres">
      <dgm:prSet presAssocID="{B3A08282-7332-4695-97DD-DAF39DCC6B92}" presName="compNode" presStyleCnt="0"/>
      <dgm:spPr/>
    </dgm:pt>
    <dgm:pt modelId="{771123BE-3029-4A8E-9779-D8E52D4BF251}" type="pres">
      <dgm:prSet presAssocID="{B3A08282-7332-4695-97DD-DAF39DCC6B92}" presName="bgRect" presStyleLbl="bgShp" presStyleIdx="1" presStyleCnt="2"/>
      <dgm:spPr/>
    </dgm:pt>
    <dgm:pt modelId="{DE39FCF7-69EA-425E-9670-1B87A51F0FEA}" type="pres">
      <dgm:prSet presAssocID="{B3A08282-7332-4695-97DD-DAF39DCC6B9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F9EDF9D-B532-4589-9F41-702BB89377D6}" type="pres">
      <dgm:prSet presAssocID="{B3A08282-7332-4695-97DD-DAF39DCC6B92}" presName="spaceRect" presStyleCnt="0"/>
      <dgm:spPr/>
    </dgm:pt>
    <dgm:pt modelId="{666690B6-B7E4-42B0-93EB-D576818BBE09}" type="pres">
      <dgm:prSet presAssocID="{B3A08282-7332-4695-97DD-DAF39DCC6B9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1D7B820-0235-43B9-B325-39001193AD07}" type="presOf" srcId="{0F931BA5-F705-4881-A683-6FD1F375BAE0}" destId="{D8DC85C9-E24C-4E16-9FC5-182FB1223D56}" srcOrd="0" destOrd="0" presId="urn:microsoft.com/office/officeart/2018/2/layout/IconVerticalSolidList"/>
    <dgm:cxn modelId="{BB62FA22-287E-4CDD-BD54-2D636BADE0BA}" srcId="{2C8D9DED-4DEE-42FD-B924-C6E9ACEDDDE9}" destId="{0F931BA5-F705-4881-A683-6FD1F375BAE0}" srcOrd="0" destOrd="0" parTransId="{A63B3624-D873-4666-8789-0F663A6D644C}" sibTransId="{E09FC204-3A0A-43C2-9941-95C43EA881A3}"/>
    <dgm:cxn modelId="{DE19D65E-48F9-43D8-BAEA-992DB8BF089E}" srcId="{2C8D9DED-4DEE-42FD-B924-C6E9ACEDDDE9}" destId="{B3A08282-7332-4695-97DD-DAF39DCC6B92}" srcOrd="1" destOrd="0" parTransId="{BE05049E-A82F-48CB-8BF9-05F1B25B94C4}" sibTransId="{7AD6C800-0957-4AE7-B1DA-06135AC56220}"/>
    <dgm:cxn modelId="{70C21681-0EBF-471B-A7DB-469A9B8F944E}" type="presOf" srcId="{2C8D9DED-4DEE-42FD-B924-C6E9ACEDDDE9}" destId="{3760CD9E-F3F8-41C3-8443-868A34909245}" srcOrd="0" destOrd="0" presId="urn:microsoft.com/office/officeart/2018/2/layout/IconVerticalSolidList"/>
    <dgm:cxn modelId="{9B2079DC-E0A2-4B55-A9D5-4F1F69729316}" type="presOf" srcId="{B3A08282-7332-4695-97DD-DAF39DCC6B92}" destId="{666690B6-B7E4-42B0-93EB-D576818BBE09}" srcOrd="0" destOrd="0" presId="urn:microsoft.com/office/officeart/2018/2/layout/IconVerticalSolidList"/>
    <dgm:cxn modelId="{945D5CC2-6C8C-4979-9890-7D77B2E13065}" type="presParOf" srcId="{3760CD9E-F3F8-41C3-8443-868A34909245}" destId="{F300D8E2-7C21-4ACF-98FE-3DD544DF7B29}" srcOrd="0" destOrd="0" presId="urn:microsoft.com/office/officeart/2018/2/layout/IconVerticalSolidList"/>
    <dgm:cxn modelId="{C6A503D5-ADB7-403E-8C94-E3841E5BEC71}" type="presParOf" srcId="{F300D8E2-7C21-4ACF-98FE-3DD544DF7B29}" destId="{79C4F34E-DE72-4342-A599-CFFCB423849D}" srcOrd="0" destOrd="0" presId="urn:microsoft.com/office/officeart/2018/2/layout/IconVerticalSolidList"/>
    <dgm:cxn modelId="{E3CE3006-E5E3-43A3-9A8F-AEB449B19DAE}" type="presParOf" srcId="{F300D8E2-7C21-4ACF-98FE-3DD544DF7B29}" destId="{DD71AD92-535C-47D3-BBEC-83626C349F46}" srcOrd="1" destOrd="0" presId="urn:microsoft.com/office/officeart/2018/2/layout/IconVerticalSolidList"/>
    <dgm:cxn modelId="{E6E9B277-D909-4737-9222-779E4AE8B109}" type="presParOf" srcId="{F300D8E2-7C21-4ACF-98FE-3DD544DF7B29}" destId="{E49A87FC-A3F1-4C14-A595-0E6F1DC9B682}" srcOrd="2" destOrd="0" presId="urn:microsoft.com/office/officeart/2018/2/layout/IconVerticalSolidList"/>
    <dgm:cxn modelId="{1DCD5AF2-A81D-466C-8C86-981A10822BF0}" type="presParOf" srcId="{F300D8E2-7C21-4ACF-98FE-3DD544DF7B29}" destId="{D8DC85C9-E24C-4E16-9FC5-182FB1223D56}" srcOrd="3" destOrd="0" presId="urn:microsoft.com/office/officeart/2018/2/layout/IconVerticalSolidList"/>
    <dgm:cxn modelId="{A5B4614E-BE37-42D6-906D-6746693716D3}" type="presParOf" srcId="{3760CD9E-F3F8-41C3-8443-868A34909245}" destId="{73CDCCFD-1551-4EAC-90AB-84932519A362}" srcOrd="1" destOrd="0" presId="urn:microsoft.com/office/officeart/2018/2/layout/IconVerticalSolidList"/>
    <dgm:cxn modelId="{9A5C6765-5E09-4BB6-AC64-3BC580C9FE16}" type="presParOf" srcId="{3760CD9E-F3F8-41C3-8443-868A34909245}" destId="{04C56398-F8EE-4A87-B3BA-CDFCC5FF53B3}" srcOrd="2" destOrd="0" presId="urn:microsoft.com/office/officeart/2018/2/layout/IconVerticalSolidList"/>
    <dgm:cxn modelId="{BC405631-865B-4B66-9200-CA593A5B332C}" type="presParOf" srcId="{04C56398-F8EE-4A87-B3BA-CDFCC5FF53B3}" destId="{771123BE-3029-4A8E-9779-D8E52D4BF251}" srcOrd="0" destOrd="0" presId="urn:microsoft.com/office/officeart/2018/2/layout/IconVerticalSolidList"/>
    <dgm:cxn modelId="{B1BB18A9-6EC3-4278-8036-B491E0D8808C}" type="presParOf" srcId="{04C56398-F8EE-4A87-B3BA-CDFCC5FF53B3}" destId="{DE39FCF7-69EA-425E-9670-1B87A51F0FEA}" srcOrd="1" destOrd="0" presId="urn:microsoft.com/office/officeart/2018/2/layout/IconVerticalSolidList"/>
    <dgm:cxn modelId="{464F2A9C-5BDD-4BC3-BDFB-CAC3882A050C}" type="presParOf" srcId="{04C56398-F8EE-4A87-B3BA-CDFCC5FF53B3}" destId="{AF9EDF9D-B532-4589-9F41-702BB89377D6}" srcOrd="2" destOrd="0" presId="urn:microsoft.com/office/officeart/2018/2/layout/IconVerticalSolidList"/>
    <dgm:cxn modelId="{17A9661B-5C16-46ED-A2FA-0F4127E61768}" type="presParOf" srcId="{04C56398-F8EE-4A87-B3BA-CDFCC5FF53B3}" destId="{666690B6-B7E4-42B0-93EB-D576818BBE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7FCB052-1B51-4E54-9AFF-5BBA13F605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A5BEBB-2D8C-434B-A923-CC5A194E20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App checks consistency</a:t>
          </a:r>
          <a:endParaRPr lang="en-US" dirty="0"/>
        </a:p>
      </dgm:t>
    </dgm:pt>
    <dgm:pt modelId="{2C07AFE0-DE97-4B34-83F7-ED0F27D474C9}" type="parTrans" cxnId="{E7A342B1-6442-4AD8-A785-0197B33FD2DB}">
      <dgm:prSet/>
      <dgm:spPr/>
      <dgm:t>
        <a:bodyPr/>
        <a:lstStyle/>
        <a:p>
          <a:endParaRPr lang="en-US"/>
        </a:p>
      </dgm:t>
    </dgm:pt>
    <dgm:pt modelId="{F9C066D6-BB75-4E42-BA9E-3698576E0CE7}" type="sibTrans" cxnId="{E7A342B1-6442-4AD8-A785-0197B33FD2DB}">
      <dgm:prSet/>
      <dgm:spPr/>
      <dgm:t>
        <a:bodyPr/>
        <a:lstStyle/>
        <a:p>
          <a:endParaRPr lang="en-US"/>
        </a:p>
      </dgm:t>
    </dgm:pt>
    <dgm:pt modelId="{FD409F24-F64E-4462-8006-01F1AD171F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Shows thank-you dialog</a:t>
          </a:r>
          <a:endParaRPr lang="en-US"/>
        </a:p>
      </dgm:t>
    </dgm:pt>
    <dgm:pt modelId="{E07A97EC-FEC8-4253-AF1C-0E947900BC46}" type="parTrans" cxnId="{7EC8AA2C-48C4-4E8F-AA15-1A863DDBC483}">
      <dgm:prSet/>
      <dgm:spPr/>
      <dgm:t>
        <a:bodyPr/>
        <a:lstStyle/>
        <a:p>
          <a:endParaRPr lang="en-US"/>
        </a:p>
      </dgm:t>
    </dgm:pt>
    <dgm:pt modelId="{F4D4FA57-82B5-4DB7-BB6F-ABFBE821B0FA}" type="sibTrans" cxnId="{7EC8AA2C-48C4-4E8F-AA15-1A863DDBC483}">
      <dgm:prSet/>
      <dgm:spPr/>
      <dgm:t>
        <a:bodyPr/>
        <a:lstStyle/>
        <a:p>
          <a:endParaRPr lang="en-US"/>
        </a:p>
      </dgm:t>
    </dgm:pt>
    <dgm:pt modelId="{5DEED8C5-AC0B-49B8-900C-08573B7380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Awards 10 points to the user</a:t>
          </a:r>
          <a:endParaRPr lang="en-US"/>
        </a:p>
      </dgm:t>
    </dgm:pt>
    <dgm:pt modelId="{9C773E4C-A8D4-427C-89EC-9F3EE282B407}" type="parTrans" cxnId="{C7FBAD55-F2BD-482D-BEB6-88D41F2314F8}">
      <dgm:prSet/>
      <dgm:spPr/>
      <dgm:t>
        <a:bodyPr/>
        <a:lstStyle/>
        <a:p>
          <a:endParaRPr lang="en-US"/>
        </a:p>
      </dgm:t>
    </dgm:pt>
    <dgm:pt modelId="{986CC235-0938-43C9-9EEC-281E52767154}" type="sibTrans" cxnId="{C7FBAD55-F2BD-482D-BEB6-88D41F2314F8}">
      <dgm:prSet/>
      <dgm:spPr/>
      <dgm:t>
        <a:bodyPr/>
        <a:lstStyle/>
        <a:p>
          <a:endParaRPr lang="en-US"/>
        </a:p>
      </dgm:t>
    </dgm:pt>
    <dgm:pt modelId="{70203DAC-B04D-4C8B-8CC3-6663A50E26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Returns to meals list</a:t>
          </a:r>
          <a:endParaRPr lang="en-US"/>
        </a:p>
      </dgm:t>
    </dgm:pt>
    <dgm:pt modelId="{42B9130F-8995-4F92-B02D-E0D2BA219D90}" type="parTrans" cxnId="{F011DCDD-1283-4ACD-9148-0C75A776A38E}">
      <dgm:prSet/>
      <dgm:spPr/>
      <dgm:t>
        <a:bodyPr/>
        <a:lstStyle/>
        <a:p>
          <a:endParaRPr lang="en-US"/>
        </a:p>
      </dgm:t>
    </dgm:pt>
    <dgm:pt modelId="{E4353658-221B-4FA2-ABE5-CF9065410BBF}" type="sibTrans" cxnId="{F011DCDD-1283-4ACD-9148-0C75A776A38E}">
      <dgm:prSet/>
      <dgm:spPr/>
      <dgm:t>
        <a:bodyPr/>
        <a:lstStyle/>
        <a:p>
          <a:endParaRPr lang="en-US"/>
        </a:p>
      </dgm:t>
    </dgm:pt>
    <dgm:pt modelId="{8FDE6B00-45DE-408E-B53F-E15C57088319}" type="pres">
      <dgm:prSet presAssocID="{27FCB052-1B51-4E54-9AFF-5BBA13F60546}" presName="root" presStyleCnt="0">
        <dgm:presLayoutVars>
          <dgm:dir/>
          <dgm:resizeHandles val="exact"/>
        </dgm:presLayoutVars>
      </dgm:prSet>
      <dgm:spPr/>
    </dgm:pt>
    <dgm:pt modelId="{31DC0001-198B-4871-855E-F2222388F967}" type="pres">
      <dgm:prSet presAssocID="{EAA5BEBB-2D8C-434B-A923-CC5A194E2090}" presName="compNode" presStyleCnt="0"/>
      <dgm:spPr/>
    </dgm:pt>
    <dgm:pt modelId="{2094D33A-95E4-45BB-9A0F-D3AF8B974B59}" type="pres">
      <dgm:prSet presAssocID="{EAA5BEBB-2D8C-434B-A923-CC5A194E2090}" presName="bgRect" presStyleLbl="bgShp" presStyleIdx="0" presStyleCnt="4"/>
      <dgm:spPr/>
    </dgm:pt>
    <dgm:pt modelId="{CF424832-3C76-49C6-B842-8B34A08357D4}" type="pres">
      <dgm:prSet presAssocID="{EAA5BEBB-2D8C-434B-A923-CC5A194E209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DFB9494-61BC-4AA4-B889-33DDD9E8827E}" type="pres">
      <dgm:prSet presAssocID="{EAA5BEBB-2D8C-434B-A923-CC5A194E2090}" presName="spaceRect" presStyleCnt="0"/>
      <dgm:spPr/>
    </dgm:pt>
    <dgm:pt modelId="{1123DCF9-57B0-4403-8A50-536BCD7DD1F0}" type="pres">
      <dgm:prSet presAssocID="{EAA5BEBB-2D8C-434B-A923-CC5A194E2090}" presName="parTx" presStyleLbl="revTx" presStyleIdx="0" presStyleCnt="4">
        <dgm:presLayoutVars>
          <dgm:chMax val="0"/>
          <dgm:chPref val="0"/>
        </dgm:presLayoutVars>
      </dgm:prSet>
      <dgm:spPr/>
    </dgm:pt>
    <dgm:pt modelId="{AB8BA4EB-FA04-43B8-8278-46E989D0DEB4}" type="pres">
      <dgm:prSet presAssocID="{F9C066D6-BB75-4E42-BA9E-3698576E0CE7}" presName="sibTrans" presStyleCnt="0"/>
      <dgm:spPr/>
    </dgm:pt>
    <dgm:pt modelId="{1B13CF64-A493-425F-9FAA-917626ED5DC7}" type="pres">
      <dgm:prSet presAssocID="{FD409F24-F64E-4462-8006-01F1AD171F3C}" presName="compNode" presStyleCnt="0"/>
      <dgm:spPr/>
    </dgm:pt>
    <dgm:pt modelId="{ED0B3C4C-5CBE-4073-8AB0-886D44F2729C}" type="pres">
      <dgm:prSet presAssocID="{FD409F24-F64E-4462-8006-01F1AD171F3C}" presName="bgRect" presStyleLbl="bgShp" presStyleIdx="1" presStyleCnt="4"/>
      <dgm:spPr/>
    </dgm:pt>
    <dgm:pt modelId="{D07A5442-6E6C-4E8D-B3DE-5BE8000C31CD}" type="pres">
      <dgm:prSet presAssocID="{FD409F24-F64E-4462-8006-01F1AD171F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7EFA90C-4238-45FB-B22A-55EE25E02394}" type="pres">
      <dgm:prSet presAssocID="{FD409F24-F64E-4462-8006-01F1AD171F3C}" presName="spaceRect" presStyleCnt="0"/>
      <dgm:spPr/>
    </dgm:pt>
    <dgm:pt modelId="{490B4186-7ED0-4C7B-A8F1-2AF8F17372B7}" type="pres">
      <dgm:prSet presAssocID="{FD409F24-F64E-4462-8006-01F1AD171F3C}" presName="parTx" presStyleLbl="revTx" presStyleIdx="1" presStyleCnt="4">
        <dgm:presLayoutVars>
          <dgm:chMax val="0"/>
          <dgm:chPref val="0"/>
        </dgm:presLayoutVars>
      </dgm:prSet>
      <dgm:spPr/>
    </dgm:pt>
    <dgm:pt modelId="{F952A1FF-7385-4A7E-BD41-4D9CF4B413F7}" type="pres">
      <dgm:prSet presAssocID="{F4D4FA57-82B5-4DB7-BB6F-ABFBE821B0FA}" presName="sibTrans" presStyleCnt="0"/>
      <dgm:spPr/>
    </dgm:pt>
    <dgm:pt modelId="{A02493F3-B233-46DD-83F2-2ACAD44A2E57}" type="pres">
      <dgm:prSet presAssocID="{5DEED8C5-AC0B-49B8-900C-08573B73801D}" presName="compNode" presStyleCnt="0"/>
      <dgm:spPr/>
    </dgm:pt>
    <dgm:pt modelId="{4ABD0E10-FEE9-4EF2-92E3-5943BD228620}" type="pres">
      <dgm:prSet presAssocID="{5DEED8C5-AC0B-49B8-900C-08573B73801D}" presName="bgRect" presStyleLbl="bgShp" presStyleIdx="2" presStyleCnt="4"/>
      <dgm:spPr/>
    </dgm:pt>
    <dgm:pt modelId="{796A91A3-0D31-41C5-8C44-5389A0CADD34}" type="pres">
      <dgm:prSet presAssocID="{5DEED8C5-AC0B-49B8-900C-08573B73801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A95702B2-B2A7-40F1-A640-C61ABCF644BF}" type="pres">
      <dgm:prSet presAssocID="{5DEED8C5-AC0B-49B8-900C-08573B73801D}" presName="spaceRect" presStyleCnt="0"/>
      <dgm:spPr/>
    </dgm:pt>
    <dgm:pt modelId="{9A5991C0-C47E-4469-890F-689D8482B778}" type="pres">
      <dgm:prSet presAssocID="{5DEED8C5-AC0B-49B8-900C-08573B73801D}" presName="parTx" presStyleLbl="revTx" presStyleIdx="2" presStyleCnt="4">
        <dgm:presLayoutVars>
          <dgm:chMax val="0"/>
          <dgm:chPref val="0"/>
        </dgm:presLayoutVars>
      </dgm:prSet>
      <dgm:spPr/>
    </dgm:pt>
    <dgm:pt modelId="{B54B49D7-6414-4323-A621-2AF0491FC072}" type="pres">
      <dgm:prSet presAssocID="{986CC235-0938-43C9-9EEC-281E52767154}" presName="sibTrans" presStyleCnt="0"/>
      <dgm:spPr/>
    </dgm:pt>
    <dgm:pt modelId="{25B6F6A6-302B-4272-9F49-D06DC1D7E235}" type="pres">
      <dgm:prSet presAssocID="{70203DAC-B04D-4C8B-8CC3-6663A50E26E0}" presName="compNode" presStyleCnt="0"/>
      <dgm:spPr/>
    </dgm:pt>
    <dgm:pt modelId="{F7A21A01-858C-4FB3-B841-0178071C95F4}" type="pres">
      <dgm:prSet presAssocID="{70203DAC-B04D-4C8B-8CC3-6663A50E26E0}" presName="bgRect" presStyleLbl="bgShp" presStyleIdx="3" presStyleCnt="4"/>
      <dgm:spPr/>
    </dgm:pt>
    <dgm:pt modelId="{F22F4DAC-06EA-476F-A584-B3BE04997A0F}" type="pres">
      <dgm:prSet presAssocID="{70203DAC-B04D-4C8B-8CC3-6663A50E26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F716922E-DB4D-41D9-890F-4D2C3706904E}" type="pres">
      <dgm:prSet presAssocID="{70203DAC-B04D-4C8B-8CC3-6663A50E26E0}" presName="spaceRect" presStyleCnt="0"/>
      <dgm:spPr/>
    </dgm:pt>
    <dgm:pt modelId="{689A187F-F03C-41D3-9461-4AD37B28EED6}" type="pres">
      <dgm:prSet presAssocID="{70203DAC-B04D-4C8B-8CC3-6663A50E26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EC8AA2C-48C4-4E8F-AA15-1A863DDBC483}" srcId="{27FCB052-1B51-4E54-9AFF-5BBA13F60546}" destId="{FD409F24-F64E-4462-8006-01F1AD171F3C}" srcOrd="1" destOrd="0" parTransId="{E07A97EC-FEC8-4253-AF1C-0E947900BC46}" sibTransId="{F4D4FA57-82B5-4DB7-BB6F-ABFBE821B0FA}"/>
    <dgm:cxn modelId="{674B2960-E34D-4BF5-BB4E-DEDAA0C70849}" type="presOf" srcId="{FD409F24-F64E-4462-8006-01F1AD171F3C}" destId="{490B4186-7ED0-4C7B-A8F1-2AF8F17372B7}" srcOrd="0" destOrd="0" presId="urn:microsoft.com/office/officeart/2018/2/layout/IconVerticalSolidList"/>
    <dgm:cxn modelId="{B1050A6C-2CA1-461D-AEEE-4F56904D17BF}" type="presOf" srcId="{27FCB052-1B51-4E54-9AFF-5BBA13F60546}" destId="{8FDE6B00-45DE-408E-B53F-E15C57088319}" srcOrd="0" destOrd="0" presId="urn:microsoft.com/office/officeart/2018/2/layout/IconVerticalSolidList"/>
    <dgm:cxn modelId="{C7FBAD55-F2BD-482D-BEB6-88D41F2314F8}" srcId="{27FCB052-1B51-4E54-9AFF-5BBA13F60546}" destId="{5DEED8C5-AC0B-49B8-900C-08573B73801D}" srcOrd="2" destOrd="0" parTransId="{9C773E4C-A8D4-427C-89EC-9F3EE282B407}" sibTransId="{986CC235-0938-43C9-9EEC-281E52767154}"/>
    <dgm:cxn modelId="{8A2CB6A6-8DA3-43F6-8AA7-497E8BA4846F}" type="presOf" srcId="{EAA5BEBB-2D8C-434B-A923-CC5A194E2090}" destId="{1123DCF9-57B0-4403-8A50-536BCD7DD1F0}" srcOrd="0" destOrd="0" presId="urn:microsoft.com/office/officeart/2018/2/layout/IconVerticalSolidList"/>
    <dgm:cxn modelId="{E7A342B1-6442-4AD8-A785-0197B33FD2DB}" srcId="{27FCB052-1B51-4E54-9AFF-5BBA13F60546}" destId="{EAA5BEBB-2D8C-434B-A923-CC5A194E2090}" srcOrd="0" destOrd="0" parTransId="{2C07AFE0-DE97-4B34-83F7-ED0F27D474C9}" sibTransId="{F9C066D6-BB75-4E42-BA9E-3698576E0CE7}"/>
    <dgm:cxn modelId="{F011DCDD-1283-4ACD-9148-0C75A776A38E}" srcId="{27FCB052-1B51-4E54-9AFF-5BBA13F60546}" destId="{70203DAC-B04D-4C8B-8CC3-6663A50E26E0}" srcOrd="3" destOrd="0" parTransId="{42B9130F-8995-4F92-B02D-E0D2BA219D90}" sibTransId="{E4353658-221B-4FA2-ABE5-CF9065410BBF}"/>
    <dgm:cxn modelId="{A46AC6E9-EBE6-4576-866D-F1E3D6DD8933}" type="presOf" srcId="{5DEED8C5-AC0B-49B8-900C-08573B73801D}" destId="{9A5991C0-C47E-4469-890F-689D8482B778}" srcOrd="0" destOrd="0" presId="urn:microsoft.com/office/officeart/2018/2/layout/IconVerticalSolidList"/>
    <dgm:cxn modelId="{302977EA-3DF1-4F27-B14E-8D33399AC6A1}" type="presOf" srcId="{70203DAC-B04D-4C8B-8CC3-6663A50E26E0}" destId="{689A187F-F03C-41D3-9461-4AD37B28EED6}" srcOrd="0" destOrd="0" presId="urn:microsoft.com/office/officeart/2018/2/layout/IconVerticalSolidList"/>
    <dgm:cxn modelId="{94D70D7E-AB5B-488F-B7B4-18A113385B20}" type="presParOf" srcId="{8FDE6B00-45DE-408E-B53F-E15C57088319}" destId="{31DC0001-198B-4871-855E-F2222388F967}" srcOrd="0" destOrd="0" presId="urn:microsoft.com/office/officeart/2018/2/layout/IconVerticalSolidList"/>
    <dgm:cxn modelId="{EAF00F33-F6FC-498E-A811-7230CF01E14D}" type="presParOf" srcId="{31DC0001-198B-4871-855E-F2222388F967}" destId="{2094D33A-95E4-45BB-9A0F-D3AF8B974B59}" srcOrd="0" destOrd="0" presId="urn:microsoft.com/office/officeart/2018/2/layout/IconVerticalSolidList"/>
    <dgm:cxn modelId="{FEE51549-5EA0-4464-B19A-224F81B3DB7C}" type="presParOf" srcId="{31DC0001-198B-4871-855E-F2222388F967}" destId="{CF424832-3C76-49C6-B842-8B34A08357D4}" srcOrd="1" destOrd="0" presId="urn:microsoft.com/office/officeart/2018/2/layout/IconVerticalSolidList"/>
    <dgm:cxn modelId="{6F6E637B-FEF6-4A46-B572-DE6DFDFA910F}" type="presParOf" srcId="{31DC0001-198B-4871-855E-F2222388F967}" destId="{FDFB9494-61BC-4AA4-B889-33DDD9E8827E}" srcOrd="2" destOrd="0" presId="urn:microsoft.com/office/officeart/2018/2/layout/IconVerticalSolidList"/>
    <dgm:cxn modelId="{397D48CB-E8B1-4681-A7D3-DFA125390677}" type="presParOf" srcId="{31DC0001-198B-4871-855E-F2222388F967}" destId="{1123DCF9-57B0-4403-8A50-536BCD7DD1F0}" srcOrd="3" destOrd="0" presId="urn:microsoft.com/office/officeart/2018/2/layout/IconVerticalSolidList"/>
    <dgm:cxn modelId="{A82770DF-21D2-48BA-AEC0-5D8615F407BB}" type="presParOf" srcId="{8FDE6B00-45DE-408E-B53F-E15C57088319}" destId="{AB8BA4EB-FA04-43B8-8278-46E989D0DEB4}" srcOrd="1" destOrd="0" presId="urn:microsoft.com/office/officeart/2018/2/layout/IconVerticalSolidList"/>
    <dgm:cxn modelId="{2B25FF82-B863-4A82-9E9E-F0C5A750B700}" type="presParOf" srcId="{8FDE6B00-45DE-408E-B53F-E15C57088319}" destId="{1B13CF64-A493-425F-9FAA-917626ED5DC7}" srcOrd="2" destOrd="0" presId="urn:microsoft.com/office/officeart/2018/2/layout/IconVerticalSolidList"/>
    <dgm:cxn modelId="{FE2140FC-5F61-4939-A2F2-BCC9E98E138D}" type="presParOf" srcId="{1B13CF64-A493-425F-9FAA-917626ED5DC7}" destId="{ED0B3C4C-5CBE-4073-8AB0-886D44F2729C}" srcOrd="0" destOrd="0" presId="urn:microsoft.com/office/officeart/2018/2/layout/IconVerticalSolidList"/>
    <dgm:cxn modelId="{799DFA60-FF20-4F0A-B57A-98ECA28D82BC}" type="presParOf" srcId="{1B13CF64-A493-425F-9FAA-917626ED5DC7}" destId="{D07A5442-6E6C-4E8D-B3DE-5BE8000C31CD}" srcOrd="1" destOrd="0" presId="urn:microsoft.com/office/officeart/2018/2/layout/IconVerticalSolidList"/>
    <dgm:cxn modelId="{5FCB6052-F8C8-4348-89AF-2A91ED3A14EB}" type="presParOf" srcId="{1B13CF64-A493-425F-9FAA-917626ED5DC7}" destId="{C7EFA90C-4238-45FB-B22A-55EE25E02394}" srcOrd="2" destOrd="0" presId="urn:microsoft.com/office/officeart/2018/2/layout/IconVerticalSolidList"/>
    <dgm:cxn modelId="{03AFB269-F9A4-4FF5-8E60-65DBE0D0D57D}" type="presParOf" srcId="{1B13CF64-A493-425F-9FAA-917626ED5DC7}" destId="{490B4186-7ED0-4C7B-A8F1-2AF8F17372B7}" srcOrd="3" destOrd="0" presId="urn:microsoft.com/office/officeart/2018/2/layout/IconVerticalSolidList"/>
    <dgm:cxn modelId="{D71133C0-936A-4465-8EC8-7C525A31F38B}" type="presParOf" srcId="{8FDE6B00-45DE-408E-B53F-E15C57088319}" destId="{F952A1FF-7385-4A7E-BD41-4D9CF4B413F7}" srcOrd="3" destOrd="0" presId="urn:microsoft.com/office/officeart/2018/2/layout/IconVerticalSolidList"/>
    <dgm:cxn modelId="{7D4F18E9-FCE2-4829-A2B3-086796716133}" type="presParOf" srcId="{8FDE6B00-45DE-408E-B53F-E15C57088319}" destId="{A02493F3-B233-46DD-83F2-2ACAD44A2E57}" srcOrd="4" destOrd="0" presId="urn:microsoft.com/office/officeart/2018/2/layout/IconVerticalSolidList"/>
    <dgm:cxn modelId="{6375A69C-887B-42BC-B041-6148BD0F93E9}" type="presParOf" srcId="{A02493F3-B233-46DD-83F2-2ACAD44A2E57}" destId="{4ABD0E10-FEE9-4EF2-92E3-5943BD228620}" srcOrd="0" destOrd="0" presId="urn:microsoft.com/office/officeart/2018/2/layout/IconVerticalSolidList"/>
    <dgm:cxn modelId="{8845EA2B-4837-4356-BD52-7061918D8871}" type="presParOf" srcId="{A02493F3-B233-46DD-83F2-2ACAD44A2E57}" destId="{796A91A3-0D31-41C5-8C44-5389A0CADD34}" srcOrd="1" destOrd="0" presId="urn:microsoft.com/office/officeart/2018/2/layout/IconVerticalSolidList"/>
    <dgm:cxn modelId="{2D69D8E8-DB66-49DC-9280-2DF6AAF9EDA3}" type="presParOf" srcId="{A02493F3-B233-46DD-83F2-2ACAD44A2E57}" destId="{A95702B2-B2A7-40F1-A640-C61ABCF644BF}" srcOrd="2" destOrd="0" presId="urn:microsoft.com/office/officeart/2018/2/layout/IconVerticalSolidList"/>
    <dgm:cxn modelId="{F269FD3C-E1B0-4751-9DCB-FDC37160AC0B}" type="presParOf" srcId="{A02493F3-B233-46DD-83F2-2ACAD44A2E57}" destId="{9A5991C0-C47E-4469-890F-689D8482B778}" srcOrd="3" destOrd="0" presId="urn:microsoft.com/office/officeart/2018/2/layout/IconVerticalSolidList"/>
    <dgm:cxn modelId="{2F1A8299-4F05-45C5-8A36-BC933098A602}" type="presParOf" srcId="{8FDE6B00-45DE-408E-B53F-E15C57088319}" destId="{B54B49D7-6414-4323-A621-2AF0491FC072}" srcOrd="5" destOrd="0" presId="urn:microsoft.com/office/officeart/2018/2/layout/IconVerticalSolidList"/>
    <dgm:cxn modelId="{DF912725-CFB9-43BC-80BD-481687BF0D3F}" type="presParOf" srcId="{8FDE6B00-45DE-408E-B53F-E15C57088319}" destId="{25B6F6A6-302B-4272-9F49-D06DC1D7E235}" srcOrd="6" destOrd="0" presId="urn:microsoft.com/office/officeart/2018/2/layout/IconVerticalSolidList"/>
    <dgm:cxn modelId="{2BA1EBDC-19C7-45E8-B190-3536CBD22045}" type="presParOf" srcId="{25B6F6A6-302B-4272-9F49-D06DC1D7E235}" destId="{F7A21A01-858C-4FB3-B841-0178071C95F4}" srcOrd="0" destOrd="0" presId="urn:microsoft.com/office/officeart/2018/2/layout/IconVerticalSolidList"/>
    <dgm:cxn modelId="{46BD3B02-252C-4279-A309-4330877C4730}" type="presParOf" srcId="{25B6F6A6-302B-4272-9F49-D06DC1D7E235}" destId="{F22F4DAC-06EA-476F-A584-B3BE04997A0F}" srcOrd="1" destOrd="0" presId="urn:microsoft.com/office/officeart/2018/2/layout/IconVerticalSolidList"/>
    <dgm:cxn modelId="{323DFA3C-6FD6-40A1-AD87-84FDC3C6A3D4}" type="presParOf" srcId="{25B6F6A6-302B-4272-9F49-D06DC1D7E235}" destId="{F716922E-DB4D-41D9-890F-4D2C3706904E}" srcOrd="2" destOrd="0" presId="urn:microsoft.com/office/officeart/2018/2/layout/IconVerticalSolidList"/>
    <dgm:cxn modelId="{04FFB4A0-994D-40E0-9313-70D1E45877DD}" type="presParOf" srcId="{25B6F6A6-302B-4272-9F49-D06DC1D7E235}" destId="{689A187F-F03C-41D3-9461-4AD37B28EE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2A1F9A2-2EA7-4BE0-81EA-8FE6DF9595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35EBDB-5280-49F1-B376-BA82CA34C392}">
      <dgm:prSet/>
      <dgm:spPr/>
      <dgm:t>
        <a:bodyPr/>
        <a:lstStyle/>
        <a:p>
          <a:r>
            <a:rPr lang="en-US" b="0" i="0" baseline="0"/>
            <a:t>Grid of ingredients</a:t>
          </a:r>
          <a:endParaRPr lang="en-US"/>
        </a:p>
      </dgm:t>
    </dgm:pt>
    <dgm:pt modelId="{CBBFA89F-A762-4C16-8B6E-4C7DECF2DAC0}" type="parTrans" cxnId="{9AD4CB67-48C4-4CF9-B23E-94B9459BAB5A}">
      <dgm:prSet/>
      <dgm:spPr/>
      <dgm:t>
        <a:bodyPr/>
        <a:lstStyle/>
        <a:p>
          <a:endParaRPr lang="en-US"/>
        </a:p>
      </dgm:t>
    </dgm:pt>
    <dgm:pt modelId="{BD113A5E-BDAB-42DD-B9C6-BEC62DEECDA3}" type="sibTrans" cxnId="{9AD4CB67-48C4-4CF9-B23E-94B9459BAB5A}">
      <dgm:prSet/>
      <dgm:spPr/>
      <dgm:t>
        <a:bodyPr/>
        <a:lstStyle/>
        <a:p>
          <a:endParaRPr lang="en-US"/>
        </a:p>
      </dgm:t>
    </dgm:pt>
    <dgm:pt modelId="{CC86B50E-EAF2-4301-9AEA-1DB95671DC01}">
      <dgm:prSet/>
      <dgm:spPr/>
      <dgm:t>
        <a:bodyPr/>
        <a:lstStyle/>
        <a:p>
          <a:r>
            <a:rPr lang="en-US" b="0" i="0" baseline="0"/>
            <a:t>Each with 5-star rating</a:t>
          </a:r>
          <a:endParaRPr lang="en-US"/>
        </a:p>
      </dgm:t>
    </dgm:pt>
    <dgm:pt modelId="{ABDFB2D9-E601-409E-A991-617E1D416307}" type="parTrans" cxnId="{2F21449B-98DE-4E38-BA8B-286199A78EF5}">
      <dgm:prSet/>
      <dgm:spPr/>
      <dgm:t>
        <a:bodyPr/>
        <a:lstStyle/>
        <a:p>
          <a:endParaRPr lang="en-US"/>
        </a:p>
      </dgm:t>
    </dgm:pt>
    <dgm:pt modelId="{5DAD0269-D41A-4795-82CC-A5345B8A3EAB}" type="sibTrans" cxnId="{2F21449B-98DE-4E38-BA8B-286199A78EF5}">
      <dgm:prSet/>
      <dgm:spPr/>
      <dgm:t>
        <a:bodyPr/>
        <a:lstStyle/>
        <a:p>
          <a:endParaRPr lang="en-US"/>
        </a:p>
      </dgm:t>
    </dgm:pt>
    <dgm:pt modelId="{AC6071B5-3198-4DEE-8837-8DE85F78A0DD}">
      <dgm:prSet/>
      <dgm:spPr/>
      <dgm:t>
        <a:bodyPr/>
        <a:lstStyle/>
        <a:p>
          <a:r>
            <a:rPr lang="en-US" b="0" i="0" baseline="0"/>
            <a:t>Must rate all before submitting</a:t>
          </a:r>
          <a:endParaRPr lang="en-US"/>
        </a:p>
      </dgm:t>
    </dgm:pt>
    <dgm:pt modelId="{A3410CF9-53FB-45F2-B339-8EA6539C3A5C}" type="parTrans" cxnId="{031D4013-2684-4577-BF45-F4D79B9076D1}">
      <dgm:prSet/>
      <dgm:spPr/>
      <dgm:t>
        <a:bodyPr/>
        <a:lstStyle/>
        <a:p>
          <a:endParaRPr lang="en-US"/>
        </a:p>
      </dgm:t>
    </dgm:pt>
    <dgm:pt modelId="{4ABDF8C8-CB43-41EC-BEB7-94CC8D7248D4}" type="sibTrans" cxnId="{031D4013-2684-4577-BF45-F4D79B9076D1}">
      <dgm:prSet/>
      <dgm:spPr/>
      <dgm:t>
        <a:bodyPr/>
        <a:lstStyle/>
        <a:p>
          <a:endParaRPr lang="en-US"/>
        </a:p>
      </dgm:t>
    </dgm:pt>
    <dgm:pt modelId="{4319092F-2A62-4368-8E3E-0DCB7538CD98}" type="pres">
      <dgm:prSet presAssocID="{12A1F9A2-2EA7-4BE0-81EA-8FE6DF959504}" presName="linear" presStyleCnt="0">
        <dgm:presLayoutVars>
          <dgm:animLvl val="lvl"/>
          <dgm:resizeHandles val="exact"/>
        </dgm:presLayoutVars>
      </dgm:prSet>
      <dgm:spPr/>
    </dgm:pt>
    <dgm:pt modelId="{7545A8CA-D043-43D8-BB3C-044DA8D8F87E}" type="pres">
      <dgm:prSet presAssocID="{0135EBDB-5280-49F1-B376-BA82CA34C3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5A906D9-C935-4621-872B-4837E57FDE70}" type="pres">
      <dgm:prSet presAssocID="{BD113A5E-BDAB-42DD-B9C6-BEC62DEECDA3}" presName="spacer" presStyleCnt="0"/>
      <dgm:spPr/>
    </dgm:pt>
    <dgm:pt modelId="{DDB45B58-2F9E-416C-8DC4-5AEE6B105386}" type="pres">
      <dgm:prSet presAssocID="{CC86B50E-EAF2-4301-9AEA-1DB95671DC0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0E17A3-A69D-457F-83E3-C3DAF48C1D02}" type="pres">
      <dgm:prSet presAssocID="{5DAD0269-D41A-4795-82CC-A5345B8A3EAB}" presName="spacer" presStyleCnt="0"/>
      <dgm:spPr/>
    </dgm:pt>
    <dgm:pt modelId="{5813C8B5-15C1-49B9-9252-5B831006D818}" type="pres">
      <dgm:prSet presAssocID="{AC6071B5-3198-4DEE-8837-8DE85F78A0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31D4013-2684-4577-BF45-F4D79B9076D1}" srcId="{12A1F9A2-2EA7-4BE0-81EA-8FE6DF959504}" destId="{AC6071B5-3198-4DEE-8837-8DE85F78A0DD}" srcOrd="2" destOrd="0" parTransId="{A3410CF9-53FB-45F2-B339-8EA6539C3A5C}" sibTransId="{4ABDF8C8-CB43-41EC-BEB7-94CC8D7248D4}"/>
    <dgm:cxn modelId="{9AD4CB67-48C4-4CF9-B23E-94B9459BAB5A}" srcId="{12A1F9A2-2EA7-4BE0-81EA-8FE6DF959504}" destId="{0135EBDB-5280-49F1-B376-BA82CA34C392}" srcOrd="0" destOrd="0" parTransId="{CBBFA89F-A762-4C16-8B6E-4C7DECF2DAC0}" sibTransId="{BD113A5E-BDAB-42DD-B9C6-BEC62DEECDA3}"/>
    <dgm:cxn modelId="{FF392782-B7E6-41F8-9753-FFD3FB5FC986}" type="presOf" srcId="{CC86B50E-EAF2-4301-9AEA-1DB95671DC01}" destId="{DDB45B58-2F9E-416C-8DC4-5AEE6B105386}" srcOrd="0" destOrd="0" presId="urn:microsoft.com/office/officeart/2005/8/layout/vList2"/>
    <dgm:cxn modelId="{46E59683-47A7-4ADA-8754-0B7DBC6BE91C}" type="presOf" srcId="{12A1F9A2-2EA7-4BE0-81EA-8FE6DF959504}" destId="{4319092F-2A62-4368-8E3E-0DCB7538CD98}" srcOrd="0" destOrd="0" presId="urn:microsoft.com/office/officeart/2005/8/layout/vList2"/>
    <dgm:cxn modelId="{1BBE7C91-BA75-4133-981D-AABCA0973F92}" type="presOf" srcId="{AC6071B5-3198-4DEE-8837-8DE85F78A0DD}" destId="{5813C8B5-15C1-49B9-9252-5B831006D818}" srcOrd="0" destOrd="0" presId="urn:microsoft.com/office/officeart/2005/8/layout/vList2"/>
    <dgm:cxn modelId="{2F21449B-98DE-4E38-BA8B-286199A78EF5}" srcId="{12A1F9A2-2EA7-4BE0-81EA-8FE6DF959504}" destId="{CC86B50E-EAF2-4301-9AEA-1DB95671DC01}" srcOrd="1" destOrd="0" parTransId="{ABDFB2D9-E601-409E-A991-617E1D416307}" sibTransId="{5DAD0269-D41A-4795-82CC-A5345B8A3EAB}"/>
    <dgm:cxn modelId="{A6159BD8-4DBF-4C58-A211-1A0A07E014A4}" type="presOf" srcId="{0135EBDB-5280-49F1-B376-BA82CA34C392}" destId="{7545A8CA-D043-43D8-BB3C-044DA8D8F87E}" srcOrd="0" destOrd="0" presId="urn:microsoft.com/office/officeart/2005/8/layout/vList2"/>
    <dgm:cxn modelId="{74772E2C-E1DF-443A-942C-63546FE3CE67}" type="presParOf" srcId="{4319092F-2A62-4368-8E3E-0DCB7538CD98}" destId="{7545A8CA-D043-43D8-BB3C-044DA8D8F87E}" srcOrd="0" destOrd="0" presId="urn:microsoft.com/office/officeart/2005/8/layout/vList2"/>
    <dgm:cxn modelId="{BED60E73-EAA1-480F-A4EB-14A21A8C72CB}" type="presParOf" srcId="{4319092F-2A62-4368-8E3E-0DCB7538CD98}" destId="{45A906D9-C935-4621-872B-4837E57FDE70}" srcOrd="1" destOrd="0" presId="urn:microsoft.com/office/officeart/2005/8/layout/vList2"/>
    <dgm:cxn modelId="{C0AE6F72-1334-407D-8DA1-BF106430F1A2}" type="presParOf" srcId="{4319092F-2A62-4368-8E3E-0DCB7538CD98}" destId="{DDB45B58-2F9E-416C-8DC4-5AEE6B105386}" srcOrd="2" destOrd="0" presId="urn:microsoft.com/office/officeart/2005/8/layout/vList2"/>
    <dgm:cxn modelId="{27D2FF26-073A-4A84-807C-BC83E460EEFF}" type="presParOf" srcId="{4319092F-2A62-4368-8E3E-0DCB7538CD98}" destId="{010E17A3-A69D-457F-83E3-C3DAF48C1D02}" srcOrd="3" destOrd="0" presId="urn:microsoft.com/office/officeart/2005/8/layout/vList2"/>
    <dgm:cxn modelId="{E55FCED9-7B9C-4A34-90C3-A5D2F04FB8E4}" type="presParOf" srcId="{4319092F-2A62-4368-8E3E-0DCB7538CD98}" destId="{5813C8B5-15C1-49B9-9252-5B831006D81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DD7773C-E1A6-4E97-B2C4-08FA929545D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8A6954-1430-4C49-B077-522B94CC6799}">
      <dgm:prSet/>
      <dgm:spPr/>
      <dgm:t>
        <a:bodyPr/>
        <a:lstStyle/>
        <a:p>
          <a:r>
            <a:rPr lang="en-US" b="0" i="0" baseline="0" dirty="0"/>
            <a:t>+10 points per review</a:t>
          </a:r>
          <a:endParaRPr lang="en-US" dirty="0"/>
        </a:p>
      </dgm:t>
    </dgm:pt>
    <dgm:pt modelId="{9760C577-635F-4C4E-8699-461E1E991251}" type="parTrans" cxnId="{DE351068-B62B-4A3E-8EB8-AB5802591DF2}">
      <dgm:prSet/>
      <dgm:spPr/>
      <dgm:t>
        <a:bodyPr/>
        <a:lstStyle/>
        <a:p>
          <a:endParaRPr lang="en-US"/>
        </a:p>
      </dgm:t>
    </dgm:pt>
    <dgm:pt modelId="{26287C06-1262-48CD-B839-60F2642DB6E9}" type="sibTrans" cxnId="{DE351068-B62B-4A3E-8EB8-AB5802591DF2}">
      <dgm:prSet/>
      <dgm:spPr/>
      <dgm:t>
        <a:bodyPr/>
        <a:lstStyle/>
        <a:p>
          <a:endParaRPr lang="en-US"/>
        </a:p>
      </dgm:t>
    </dgm:pt>
    <dgm:pt modelId="{BE454138-7F78-4235-B5EB-6B39CE4323FE}">
      <dgm:prSet/>
      <dgm:spPr/>
      <dgm:t>
        <a:bodyPr/>
        <a:lstStyle/>
        <a:p>
          <a:r>
            <a:rPr lang="en-US" b="0" i="0" baseline="0"/>
            <a:t>Points stored in database</a:t>
          </a:r>
          <a:endParaRPr lang="en-US"/>
        </a:p>
      </dgm:t>
    </dgm:pt>
    <dgm:pt modelId="{53C00A3D-7DA9-46C1-80D5-258E94E5F9C1}" type="parTrans" cxnId="{2E973339-C97F-4694-846A-0764CC677A29}">
      <dgm:prSet/>
      <dgm:spPr/>
      <dgm:t>
        <a:bodyPr/>
        <a:lstStyle/>
        <a:p>
          <a:endParaRPr lang="en-US"/>
        </a:p>
      </dgm:t>
    </dgm:pt>
    <dgm:pt modelId="{FC040A41-FB8F-49FB-BD4A-5EC7584A1DA2}" type="sibTrans" cxnId="{2E973339-C97F-4694-846A-0764CC677A29}">
      <dgm:prSet/>
      <dgm:spPr/>
      <dgm:t>
        <a:bodyPr/>
        <a:lstStyle/>
        <a:p>
          <a:endParaRPr lang="en-US"/>
        </a:p>
      </dgm:t>
    </dgm:pt>
    <dgm:pt modelId="{5E335CCF-E85D-4153-97DD-D35C1BBFC06A}">
      <dgm:prSet/>
      <dgm:spPr/>
      <dgm:t>
        <a:bodyPr/>
        <a:lstStyle/>
        <a:p>
          <a:r>
            <a:rPr lang="en-US" b="0" i="0" baseline="0"/>
            <a:t>Encourages repeated feedback</a:t>
          </a:r>
          <a:endParaRPr lang="en-US"/>
        </a:p>
      </dgm:t>
    </dgm:pt>
    <dgm:pt modelId="{E97C956F-F163-4ACA-AFEE-266DB6ADDB44}" type="parTrans" cxnId="{74120939-604C-4644-8ABA-6721D46BF0C4}">
      <dgm:prSet/>
      <dgm:spPr/>
      <dgm:t>
        <a:bodyPr/>
        <a:lstStyle/>
        <a:p>
          <a:endParaRPr lang="en-US"/>
        </a:p>
      </dgm:t>
    </dgm:pt>
    <dgm:pt modelId="{EB09A912-EC55-44F5-BAD2-4022D7073AF9}" type="sibTrans" cxnId="{74120939-604C-4644-8ABA-6721D46BF0C4}">
      <dgm:prSet/>
      <dgm:spPr/>
      <dgm:t>
        <a:bodyPr/>
        <a:lstStyle/>
        <a:p>
          <a:endParaRPr lang="en-US"/>
        </a:p>
      </dgm:t>
    </dgm:pt>
    <dgm:pt modelId="{EB625C5A-91A8-4DF9-9B53-344E8B914F62}" type="pres">
      <dgm:prSet presAssocID="{7DD7773C-E1A6-4E97-B2C4-08FA929545D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02E58A4-186D-4456-B0D6-5170B5566E9E}" type="pres">
      <dgm:prSet presAssocID="{CB8A6954-1430-4C49-B077-522B94CC6799}" presName="hierRoot1" presStyleCnt="0"/>
      <dgm:spPr/>
    </dgm:pt>
    <dgm:pt modelId="{AAE62DFD-4FFB-4C23-BC9A-A008DDF642E7}" type="pres">
      <dgm:prSet presAssocID="{CB8A6954-1430-4C49-B077-522B94CC6799}" presName="composite" presStyleCnt="0"/>
      <dgm:spPr/>
    </dgm:pt>
    <dgm:pt modelId="{992C2274-47EF-4110-BDAF-5D6A045D3901}" type="pres">
      <dgm:prSet presAssocID="{CB8A6954-1430-4C49-B077-522B94CC6799}" presName="background" presStyleLbl="node0" presStyleIdx="0" presStyleCnt="3"/>
      <dgm:spPr/>
    </dgm:pt>
    <dgm:pt modelId="{4A012528-70B7-475F-8F3F-1C42926898AB}" type="pres">
      <dgm:prSet presAssocID="{CB8A6954-1430-4C49-B077-522B94CC6799}" presName="text" presStyleLbl="fgAcc0" presStyleIdx="0" presStyleCnt="3">
        <dgm:presLayoutVars>
          <dgm:chPref val="3"/>
        </dgm:presLayoutVars>
      </dgm:prSet>
      <dgm:spPr/>
    </dgm:pt>
    <dgm:pt modelId="{4E90C41B-9A0B-4C10-865C-DD2E3AE272C1}" type="pres">
      <dgm:prSet presAssocID="{CB8A6954-1430-4C49-B077-522B94CC6799}" presName="hierChild2" presStyleCnt="0"/>
      <dgm:spPr/>
    </dgm:pt>
    <dgm:pt modelId="{600B544F-4145-4F55-A011-C3511113A309}" type="pres">
      <dgm:prSet presAssocID="{BE454138-7F78-4235-B5EB-6B39CE4323FE}" presName="hierRoot1" presStyleCnt="0"/>
      <dgm:spPr/>
    </dgm:pt>
    <dgm:pt modelId="{3E3206E9-B9F8-4FA4-9332-63689BAF38A0}" type="pres">
      <dgm:prSet presAssocID="{BE454138-7F78-4235-B5EB-6B39CE4323FE}" presName="composite" presStyleCnt="0"/>
      <dgm:spPr/>
    </dgm:pt>
    <dgm:pt modelId="{B234719F-AFE5-4BDB-9CD0-381A27499E27}" type="pres">
      <dgm:prSet presAssocID="{BE454138-7F78-4235-B5EB-6B39CE4323FE}" presName="background" presStyleLbl="node0" presStyleIdx="1" presStyleCnt="3"/>
      <dgm:spPr/>
    </dgm:pt>
    <dgm:pt modelId="{0955129C-D268-4402-80A4-F771E5C0C753}" type="pres">
      <dgm:prSet presAssocID="{BE454138-7F78-4235-B5EB-6B39CE4323FE}" presName="text" presStyleLbl="fgAcc0" presStyleIdx="1" presStyleCnt="3">
        <dgm:presLayoutVars>
          <dgm:chPref val="3"/>
        </dgm:presLayoutVars>
      </dgm:prSet>
      <dgm:spPr/>
    </dgm:pt>
    <dgm:pt modelId="{6FE292ED-0A09-40AF-AA39-2282F8323F5E}" type="pres">
      <dgm:prSet presAssocID="{BE454138-7F78-4235-B5EB-6B39CE4323FE}" presName="hierChild2" presStyleCnt="0"/>
      <dgm:spPr/>
    </dgm:pt>
    <dgm:pt modelId="{AA4FC2DE-D9E1-43A4-B400-21F71F674C1B}" type="pres">
      <dgm:prSet presAssocID="{5E335CCF-E85D-4153-97DD-D35C1BBFC06A}" presName="hierRoot1" presStyleCnt="0"/>
      <dgm:spPr/>
    </dgm:pt>
    <dgm:pt modelId="{42EF5CEE-7863-4818-8191-CE4F34FCF2BA}" type="pres">
      <dgm:prSet presAssocID="{5E335CCF-E85D-4153-97DD-D35C1BBFC06A}" presName="composite" presStyleCnt="0"/>
      <dgm:spPr/>
    </dgm:pt>
    <dgm:pt modelId="{4452B2FA-2927-42C2-B9C0-53BBBAF29443}" type="pres">
      <dgm:prSet presAssocID="{5E335CCF-E85D-4153-97DD-D35C1BBFC06A}" presName="background" presStyleLbl="node0" presStyleIdx="2" presStyleCnt="3"/>
      <dgm:spPr/>
    </dgm:pt>
    <dgm:pt modelId="{2F67BCD2-9B07-4AEA-B7D1-7703D9869540}" type="pres">
      <dgm:prSet presAssocID="{5E335CCF-E85D-4153-97DD-D35C1BBFC06A}" presName="text" presStyleLbl="fgAcc0" presStyleIdx="2" presStyleCnt="3">
        <dgm:presLayoutVars>
          <dgm:chPref val="3"/>
        </dgm:presLayoutVars>
      </dgm:prSet>
      <dgm:spPr/>
    </dgm:pt>
    <dgm:pt modelId="{52010734-83C5-4753-82EA-C5C71C8EE9F5}" type="pres">
      <dgm:prSet presAssocID="{5E335CCF-E85D-4153-97DD-D35C1BBFC06A}" presName="hierChild2" presStyleCnt="0"/>
      <dgm:spPr/>
    </dgm:pt>
  </dgm:ptLst>
  <dgm:cxnLst>
    <dgm:cxn modelId="{74120939-604C-4644-8ABA-6721D46BF0C4}" srcId="{7DD7773C-E1A6-4E97-B2C4-08FA929545D8}" destId="{5E335CCF-E85D-4153-97DD-D35C1BBFC06A}" srcOrd="2" destOrd="0" parTransId="{E97C956F-F163-4ACA-AFEE-266DB6ADDB44}" sibTransId="{EB09A912-EC55-44F5-BAD2-4022D7073AF9}"/>
    <dgm:cxn modelId="{2E973339-C97F-4694-846A-0764CC677A29}" srcId="{7DD7773C-E1A6-4E97-B2C4-08FA929545D8}" destId="{BE454138-7F78-4235-B5EB-6B39CE4323FE}" srcOrd="1" destOrd="0" parTransId="{53C00A3D-7DA9-46C1-80D5-258E94E5F9C1}" sibTransId="{FC040A41-FB8F-49FB-BD4A-5EC7584A1DA2}"/>
    <dgm:cxn modelId="{16BF8D66-10A6-435D-B485-F6858907EC4B}" type="presOf" srcId="{7DD7773C-E1A6-4E97-B2C4-08FA929545D8}" destId="{EB625C5A-91A8-4DF9-9B53-344E8B914F62}" srcOrd="0" destOrd="0" presId="urn:microsoft.com/office/officeart/2005/8/layout/hierarchy1"/>
    <dgm:cxn modelId="{DE351068-B62B-4A3E-8EB8-AB5802591DF2}" srcId="{7DD7773C-E1A6-4E97-B2C4-08FA929545D8}" destId="{CB8A6954-1430-4C49-B077-522B94CC6799}" srcOrd="0" destOrd="0" parTransId="{9760C577-635F-4C4E-8699-461E1E991251}" sibTransId="{26287C06-1262-48CD-B839-60F2642DB6E9}"/>
    <dgm:cxn modelId="{E8EBBFB3-9279-42C7-8B14-FF4042B5C9EC}" type="presOf" srcId="{BE454138-7F78-4235-B5EB-6B39CE4323FE}" destId="{0955129C-D268-4402-80A4-F771E5C0C753}" srcOrd="0" destOrd="0" presId="urn:microsoft.com/office/officeart/2005/8/layout/hierarchy1"/>
    <dgm:cxn modelId="{0FFE8CC1-06D9-4288-846E-6A5C0B60085A}" type="presOf" srcId="{5E335CCF-E85D-4153-97DD-D35C1BBFC06A}" destId="{2F67BCD2-9B07-4AEA-B7D1-7703D9869540}" srcOrd="0" destOrd="0" presId="urn:microsoft.com/office/officeart/2005/8/layout/hierarchy1"/>
    <dgm:cxn modelId="{D20E1AD7-6DA7-4218-BC5E-9772E4C92885}" type="presOf" srcId="{CB8A6954-1430-4C49-B077-522B94CC6799}" destId="{4A012528-70B7-475F-8F3F-1C42926898AB}" srcOrd="0" destOrd="0" presId="urn:microsoft.com/office/officeart/2005/8/layout/hierarchy1"/>
    <dgm:cxn modelId="{B03C7755-6988-46B7-B9AF-8FBB0596CC5C}" type="presParOf" srcId="{EB625C5A-91A8-4DF9-9B53-344E8B914F62}" destId="{502E58A4-186D-4456-B0D6-5170B5566E9E}" srcOrd="0" destOrd="0" presId="urn:microsoft.com/office/officeart/2005/8/layout/hierarchy1"/>
    <dgm:cxn modelId="{67121769-9541-49E1-BD32-0BFE5ABC76B2}" type="presParOf" srcId="{502E58A4-186D-4456-B0D6-5170B5566E9E}" destId="{AAE62DFD-4FFB-4C23-BC9A-A008DDF642E7}" srcOrd="0" destOrd="0" presId="urn:microsoft.com/office/officeart/2005/8/layout/hierarchy1"/>
    <dgm:cxn modelId="{CD77A27F-769A-4605-B8E5-18E5313CD2E0}" type="presParOf" srcId="{AAE62DFD-4FFB-4C23-BC9A-A008DDF642E7}" destId="{992C2274-47EF-4110-BDAF-5D6A045D3901}" srcOrd="0" destOrd="0" presId="urn:microsoft.com/office/officeart/2005/8/layout/hierarchy1"/>
    <dgm:cxn modelId="{92AD974E-DC3D-403B-8887-FA6F2CE03D16}" type="presParOf" srcId="{AAE62DFD-4FFB-4C23-BC9A-A008DDF642E7}" destId="{4A012528-70B7-475F-8F3F-1C42926898AB}" srcOrd="1" destOrd="0" presId="urn:microsoft.com/office/officeart/2005/8/layout/hierarchy1"/>
    <dgm:cxn modelId="{19B2DD81-B197-4DA5-848B-9CB961E9B1D7}" type="presParOf" srcId="{502E58A4-186D-4456-B0D6-5170B5566E9E}" destId="{4E90C41B-9A0B-4C10-865C-DD2E3AE272C1}" srcOrd="1" destOrd="0" presId="urn:microsoft.com/office/officeart/2005/8/layout/hierarchy1"/>
    <dgm:cxn modelId="{9C82495D-B748-44C7-BBAE-AFD37AC5AA80}" type="presParOf" srcId="{EB625C5A-91A8-4DF9-9B53-344E8B914F62}" destId="{600B544F-4145-4F55-A011-C3511113A309}" srcOrd="1" destOrd="0" presId="urn:microsoft.com/office/officeart/2005/8/layout/hierarchy1"/>
    <dgm:cxn modelId="{D17EE931-761E-42AC-881F-7E5E91C281F0}" type="presParOf" srcId="{600B544F-4145-4F55-A011-C3511113A309}" destId="{3E3206E9-B9F8-4FA4-9332-63689BAF38A0}" srcOrd="0" destOrd="0" presId="urn:microsoft.com/office/officeart/2005/8/layout/hierarchy1"/>
    <dgm:cxn modelId="{6E8FFE2C-DA1B-4F2C-8753-0820A907E195}" type="presParOf" srcId="{3E3206E9-B9F8-4FA4-9332-63689BAF38A0}" destId="{B234719F-AFE5-4BDB-9CD0-381A27499E27}" srcOrd="0" destOrd="0" presId="urn:microsoft.com/office/officeart/2005/8/layout/hierarchy1"/>
    <dgm:cxn modelId="{644248F3-0623-45D7-B2BC-8E742321CE92}" type="presParOf" srcId="{3E3206E9-B9F8-4FA4-9332-63689BAF38A0}" destId="{0955129C-D268-4402-80A4-F771E5C0C753}" srcOrd="1" destOrd="0" presId="urn:microsoft.com/office/officeart/2005/8/layout/hierarchy1"/>
    <dgm:cxn modelId="{A1B44DEC-94A6-4B7C-8547-EE555A773701}" type="presParOf" srcId="{600B544F-4145-4F55-A011-C3511113A309}" destId="{6FE292ED-0A09-40AF-AA39-2282F8323F5E}" srcOrd="1" destOrd="0" presId="urn:microsoft.com/office/officeart/2005/8/layout/hierarchy1"/>
    <dgm:cxn modelId="{93089301-0E48-43BE-B947-9E0ACFC7DF34}" type="presParOf" srcId="{EB625C5A-91A8-4DF9-9B53-344E8B914F62}" destId="{AA4FC2DE-D9E1-43A4-B400-21F71F674C1B}" srcOrd="2" destOrd="0" presId="urn:microsoft.com/office/officeart/2005/8/layout/hierarchy1"/>
    <dgm:cxn modelId="{7073099F-000D-4DBD-9F06-D0A72724B128}" type="presParOf" srcId="{AA4FC2DE-D9E1-43A4-B400-21F71F674C1B}" destId="{42EF5CEE-7863-4818-8191-CE4F34FCF2BA}" srcOrd="0" destOrd="0" presId="urn:microsoft.com/office/officeart/2005/8/layout/hierarchy1"/>
    <dgm:cxn modelId="{13AFBE68-A330-4BB2-A5C7-216269FB3B37}" type="presParOf" srcId="{42EF5CEE-7863-4818-8191-CE4F34FCF2BA}" destId="{4452B2FA-2927-42C2-B9C0-53BBBAF29443}" srcOrd="0" destOrd="0" presId="urn:microsoft.com/office/officeart/2005/8/layout/hierarchy1"/>
    <dgm:cxn modelId="{7E756810-B8CB-442F-AF02-11291F8072D0}" type="presParOf" srcId="{42EF5CEE-7863-4818-8191-CE4F34FCF2BA}" destId="{2F67BCD2-9B07-4AEA-B7D1-7703D9869540}" srcOrd="1" destOrd="0" presId="urn:microsoft.com/office/officeart/2005/8/layout/hierarchy1"/>
    <dgm:cxn modelId="{1F1DFF42-8A5D-49E5-B444-02F1B4344165}" type="presParOf" srcId="{AA4FC2DE-D9E1-43A4-B400-21F71F674C1B}" destId="{52010734-83C5-4753-82EA-C5C71C8EE9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3ED0A74-890E-46AC-B56C-D974FEEF301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EFB35A-8530-47FB-9526-39F13C5088BC}">
      <dgm:prSet/>
      <dgm:spPr/>
      <dgm:t>
        <a:bodyPr/>
        <a:lstStyle/>
        <a:p>
          <a:r>
            <a:rPr lang="en-US" b="0" i="0" baseline="0" dirty="0"/>
            <a:t>Real-time reviews</a:t>
          </a:r>
          <a:endParaRPr lang="en-US" dirty="0"/>
        </a:p>
      </dgm:t>
    </dgm:pt>
    <dgm:pt modelId="{C3E6A7AB-98C6-4ACB-81F0-79C0283C695B}" type="parTrans" cxnId="{7A9329BE-555B-4E85-985A-E3F4D1FFCB97}">
      <dgm:prSet/>
      <dgm:spPr/>
      <dgm:t>
        <a:bodyPr/>
        <a:lstStyle/>
        <a:p>
          <a:endParaRPr lang="en-US"/>
        </a:p>
      </dgm:t>
    </dgm:pt>
    <dgm:pt modelId="{72361C63-B0DF-49C3-8265-79E2EF077F67}" type="sibTrans" cxnId="{7A9329BE-555B-4E85-985A-E3F4D1FFCB97}">
      <dgm:prSet/>
      <dgm:spPr/>
      <dgm:t>
        <a:bodyPr/>
        <a:lstStyle/>
        <a:p>
          <a:endParaRPr lang="en-US"/>
        </a:p>
      </dgm:t>
    </dgm:pt>
    <dgm:pt modelId="{2C9C7544-3B03-4713-8B12-198AA2528F46}">
      <dgm:prSet/>
      <dgm:spPr/>
      <dgm:t>
        <a:bodyPr/>
        <a:lstStyle/>
        <a:p>
          <a:r>
            <a:rPr lang="en-US" b="0" i="0" baseline="0"/>
            <a:t>Full analytics</a:t>
          </a:r>
          <a:endParaRPr lang="en-US"/>
        </a:p>
      </dgm:t>
    </dgm:pt>
    <dgm:pt modelId="{719C680D-2EA6-4871-919D-6436785F294F}" type="parTrans" cxnId="{55FEE552-CDA9-406C-9E95-E90A1A049485}">
      <dgm:prSet/>
      <dgm:spPr/>
      <dgm:t>
        <a:bodyPr/>
        <a:lstStyle/>
        <a:p>
          <a:endParaRPr lang="en-US"/>
        </a:p>
      </dgm:t>
    </dgm:pt>
    <dgm:pt modelId="{1EB1E4A9-BE08-4ADA-8BFF-91B88600ED09}" type="sibTrans" cxnId="{55FEE552-CDA9-406C-9E95-E90A1A049485}">
      <dgm:prSet/>
      <dgm:spPr/>
      <dgm:t>
        <a:bodyPr/>
        <a:lstStyle/>
        <a:p>
          <a:endParaRPr lang="en-US"/>
        </a:p>
      </dgm:t>
    </dgm:pt>
    <dgm:pt modelId="{1A54BD31-F898-4D5C-8230-788D7ADCB66A}">
      <dgm:prSet/>
      <dgm:spPr/>
      <dgm:t>
        <a:bodyPr/>
        <a:lstStyle/>
        <a:p>
          <a:r>
            <a:rPr lang="en-US" b="0" i="0" baseline="0"/>
            <a:t>Meal performance insights</a:t>
          </a:r>
          <a:endParaRPr lang="en-US"/>
        </a:p>
      </dgm:t>
    </dgm:pt>
    <dgm:pt modelId="{14ED350F-B6B5-480F-9B9A-9E09DAB994C2}" type="parTrans" cxnId="{D3EF5A62-AEB3-42C7-98A3-ED25D0ECE8CC}">
      <dgm:prSet/>
      <dgm:spPr/>
      <dgm:t>
        <a:bodyPr/>
        <a:lstStyle/>
        <a:p>
          <a:endParaRPr lang="en-US"/>
        </a:p>
      </dgm:t>
    </dgm:pt>
    <dgm:pt modelId="{9CA7DE54-3E75-4694-A094-59116F6C8A48}" type="sibTrans" cxnId="{D3EF5A62-AEB3-42C7-98A3-ED25D0ECE8CC}">
      <dgm:prSet/>
      <dgm:spPr/>
      <dgm:t>
        <a:bodyPr/>
        <a:lstStyle/>
        <a:p>
          <a:endParaRPr lang="en-US"/>
        </a:p>
      </dgm:t>
    </dgm:pt>
    <dgm:pt modelId="{D64E983D-478D-4355-B419-F20FB3B2662E}">
      <dgm:prSet/>
      <dgm:spPr/>
      <dgm:t>
        <a:bodyPr/>
        <a:lstStyle/>
        <a:p>
          <a:r>
            <a:rPr lang="en-US" b="0" i="0" baseline="0"/>
            <a:t>Beautiful charts &amp; dashboards</a:t>
          </a:r>
          <a:endParaRPr lang="en-US"/>
        </a:p>
      </dgm:t>
    </dgm:pt>
    <dgm:pt modelId="{6D3ABAA0-09EE-4F90-B54F-76BA1CF2D472}" type="parTrans" cxnId="{F6DFCAE0-94A6-4618-9651-A7B7DD90BF5D}">
      <dgm:prSet/>
      <dgm:spPr/>
      <dgm:t>
        <a:bodyPr/>
        <a:lstStyle/>
        <a:p>
          <a:endParaRPr lang="en-US"/>
        </a:p>
      </dgm:t>
    </dgm:pt>
    <dgm:pt modelId="{E950ABAB-E224-49E9-A2AF-94374DB71DE3}" type="sibTrans" cxnId="{F6DFCAE0-94A6-4618-9651-A7B7DD90BF5D}">
      <dgm:prSet/>
      <dgm:spPr/>
      <dgm:t>
        <a:bodyPr/>
        <a:lstStyle/>
        <a:p>
          <a:endParaRPr lang="en-US"/>
        </a:p>
      </dgm:t>
    </dgm:pt>
    <dgm:pt modelId="{E8CA95A6-8C49-4239-B507-DCAEEE764FE4}" type="pres">
      <dgm:prSet presAssocID="{73ED0A74-890E-46AC-B56C-D974FEEF301E}" presName="linear" presStyleCnt="0">
        <dgm:presLayoutVars>
          <dgm:animLvl val="lvl"/>
          <dgm:resizeHandles val="exact"/>
        </dgm:presLayoutVars>
      </dgm:prSet>
      <dgm:spPr/>
    </dgm:pt>
    <dgm:pt modelId="{6F2026B8-8CCD-4452-AD8D-6B55F25289E7}" type="pres">
      <dgm:prSet presAssocID="{BCEFB35A-8530-47FB-9526-39F13C5088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ABC43B-A128-4977-98B0-8CE165D7133C}" type="pres">
      <dgm:prSet presAssocID="{72361C63-B0DF-49C3-8265-79E2EF077F67}" presName="spacer" presStyleCnt="0"/>
      <dgm:spPr/>
    </dgm:pt>
    <dgm:pt modelId="{97E4B86C-1608-4455-BB4E-936FA38941FA}" type="pres">
      <dgm:prSet presAssocID="{2C9C7544-3B03-4713-8B12-198AA2528F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652BCD-5795-4FDC-914D-6751CD9C843E}" type="pres">
      <dgm:prSet presAssocID="{1EB1E4A9-BE08-4ADA-8BFF-91B88600ED09}" presName="spacer" presStyleCnt="0"/>
      <dgm:spPr/>
    </dgm:pt>
    <dgm:pt modelId="{F183AC5B-4346-4EBE-9D40-D83DA7CA9F23}" type="pres">
      <dgm:prSet presAssocID="{1A54BD31-F898-4D5C-8230-788D7ADCB6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4C6A94-FAA2-4BDD-BA2B-245122F0B36D}" type="pres">
      <dgm:prSet presAssocID="{9CA7DE54-3E75-4694-A094-59116F6C8A48}" presName="spacer" presStyleCnt="0"/>
      <dgm:spPr/>
    </dgm:pt>
    <dgm:pt modelId="{7AF42867-F54C-449C-A7A3-8967DA3399BE}" type="pres">
      <dgm:prSet presAssocID="{D64E983D-478D-4355-B419-F20FB3B2662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A8D8F3F-62B6-4293-9B80-D633697BEE2F}" type="presOf" srcId="{BCEFB35A-8530-47FB-9526-39F13C5088BC}" destId="{6F2026B8-8CCD-4452-AD8D-6B55F25289E7}" srcOrd="0" destOrd="0" presId="urn:microsoft.com/office/officeart/2005/8/layout/vList2"/>
    <dgm:cxn modelId="{D3EF5A62-AEB3-42C7-98A3-ED25D0ECE8CC}" srcId="{73ED0A74-890E-46AC-B56C-D974FEEF301E}" destId="{1A54BD31-F898-4D5C-8230-788D7ADCB66A}" srcOrd="2" destOrd="0" parTransId="{14ED350F-B6B5-480F-9B9A-9E09DAB994C2}" sibTransId="{9CA7DE54-3E75-4694-A094-59116F6C8A48}"/>
    <dgm:cxn modelId="{55FEE552-CDA9-406C-9E95-E90A1A049485}" srcId="{73ED0A74-890E-46AC-B56C-D974FEEF301E}" destId="{2C9C7544-3B03-4713-8B12-198AA2528F46}" srcOrd="1" destOrd="0" parTransId="{719C680D-2EA6-4871-919D-6436785F294F}" sibTransId="{1EB1E4A9-BE08-4ADA-8BFF-91B88600ED09}"/>
    <dgm:cxn modelId="{66055483-69D6-4EB9-BD07-46061412A555}" type="presOf" srcId="{73ED0A74-890E-46AC-B56C-D974FEEF301E}" destId="{E8CA95A6-8C49-4239-B507-DCAEEE764FE4}" srcOrd="0" destOrd="0" presId="urn:microsoft.com/office/officeart/2005/8/layout/vList2"/>
    <dgm:cxn modelId="{7A9329BE-555B-4E85-985A-E3F4D1FFCB97}" srcId="{73ED0A74-890E-46AC-B56C-D974FEEF301E}" destId="{BCEFB35A-8530-47FB-9526-39F13C5088BC}" srcOrd="0" destOrd="0" parTransId="{C3E6A7AB-98C6-4ACB-81F0-79C0283C695B}" sibTransId="{72361C63-B0DF-49C3-8265-79E2EF077F67}"/>
    <dgm:cxn modelId="{77CEC7CE-2569-4752-8589-E0600B552636}" type="presOf" srcId="{2C9C7544-3B03-4713-8B12-198AA2528F46}" destId="{97E4B86C-1608-4455-BB4E-936FA38941FA}" srcOrd="0" destOrd="0" presId="urn:microsoft.com/office/officeart/2005/8/layout/vList2"/>
    <dgm:cxn modelId="{CEE61FD2-26F0-4030-903D-EB659324B2D2}" type="presOf" srcId="{1A54BD31-F898-4D5C-8230-788D7ADCB66A}" destId="{F183AC5B-4346-4EBE-9D40-D83DA7CA9F23}" srcOrd="0" destOrd="0" presId="urn:microsoft.com/office/officeart/2005/8/layout/vList2"/>
    <dgm:cxn modelId="{F6DFCAE0-94A6-4618-9651-A7B7DD90BF5D}" srcId="{73ED0A74-890E-46AC-B56C-D974FEEF301E}" destId="{D64E983D-478D-4355-B419-F20FB3B2662E}" srcOrd="3" destOrd="0" parTransId="{6D3ABAA0-09EE-4F90-B54F-76BA1CF2D472}" sibTransId="{E950ABAB-E224-49E9-A2AF-94374DB71DE3}"/>
    <dgm:cxn modelId="{E16AA9E8-D282-4072-B296-25D406708D94}" type="presOf" srcId="{D64E983D-478D-4355-B419-F20FB3B2662E}" destId="{7AF42867-F54C-449C-A7A3-8967DA3399BE}" srcOrd="0" destOrd="0" presId="urn:microsoft.com/office/officeart/2005/8/layout/vList2"/>
    <dgm:cxn modelId="{162D9146-1FBA-412E-B595-626C251ABC23}" type="presParOf" srcId="{E8CA95A6-8C49-4239-B507-DCAEEE764FE4}" destId="{6F2026B8-8CCD-4452-AD8D-6B55F25289E7}" srcOrd="0" destOrd="0" presId="urn:microsoft.com/office/officeart/2005/8/layout/vList2"/>
    <dgm:cxn modelId="{BF673597-A582-421B-BE01-2A35A0D00FA8}" type="presParOf" srcId="{E8CA95A6-8C49-4239-B507-DCAEEE764FE4}" destId="{B4ABC43B-A128-4977-98B0-8CE165D7133C}" srcOrd="1" destOrd="0" presId="urn:microsoft.com/office/officeart/2005/8/layout/vList2"/>
    <dgm:cxn modelId="{E02A92BF-FD4F-4860-B230-72F4C07C4AD3}" type="presParOf" srcId="{E8CA95A6-8C49-4239-B507-DCAEEE764FE4}" destId="{97E4B86C-1608-4455-BB4E-936FA38941FA}" srcOrd="2" destOrd="0" presId="urn:microsoft.com/office/officeart/2005/8/layout/vList2"/>
    <dgm:cxn modelId="{9023C067-8EAB-413E-B479-BE7F27196F5A}" type="presParOf" srcId="{E8CA95A6-8C49-4239-B507-DCAEEE764FE4}" destId="{CE652BCD-5795-4FDC-914D-6751CD9C843E}" srcOrd="3" destOrd="0" presId="urn:microsoft.com/office/officeart/2005/8/layout/vList2"/>
    <dgm:cxn modelId="{A9351BFA-0D43-4FD9-A3A3-0BE4FBA53A4B}" type="presParOf" srcId="{E8CA95A6-8C49-4239-B507-DCAEEE764FE4}" destId="{F183AC5B-4346-4EBE-9D40-D83DA7CA9F23}" srcOrd="4" destOrd="0" presId="urn:microsoft.com/office/officeart/2005/8/layout/vList2"/>
    <dgm:cxn modelId="{6F3B647C-A17C-4E13-A382-99E429D3FB9D}" type="presParOf" srcId="{E8CA95A6-8C49-4239-B507-DCAEEE764FE4}" destId="{284C6A94-FAA2-4BDD-BA2B-245122F0B36D}" srcOrd="5" destOrd="0" presId="urn:microsoft.com/office/officeart/2005/8/layout/vList2"/>
    <dgm:cxn modelId="{ED33FF3B-35D6-4699-A247-6715B1155546}" type="presParOf" srcId="{E8CA95A6-8C49-4239-B507-DCAEEE764FE4}" destId="{7AF42867-F54C-449C-A7A3-8967DA3399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95B0FC3-0607-4D54-89D5-9234F54A5DA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87ACBC-432B-48D3-BB7D-15DB368AB7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Total meals</a:t>
          </a:r>
          <a:endParaRPr lang="en-US" dirty="0"/>
        </a:p>
      </dgm:t>
    </dgm:pt>
    <dgm:pt modelId="{ABD0DB96-F49A-4B2D-950B-1CB7ECD71759}" type="parTrans" cxnId="{481FB17F-F8EB-47D2-9CE6-45B70F3DD1DD}">
      <dgm:prSet/>
      <dgm:spPr/>
      <dgm:t>
        <a:bodyPr/>
        <a:lstStyle/>
        <a:p>
          <a:endParaRPr lang="en-US"/>
        </a:p>
      </dgm:t>
    </dgm:pt>
    <dgm:pt modelId="{8ACB3DBB-2B51-4976-B190-F2731EB949F7}" type="sibTrans" cxnId="{481FB17F-F8EB-47D2-9CE6-45B70F3DD1DD}">
      <dgm:prSet/>
      <dgm:spPr/>
      <dgm:t>
        <a:bodyPr/>
        <a:lstStyle/>
        <a:p>
          <a:endParaRPr lang="en-US"/>
        </a:p>
      </dgm:t>
    </dgm:pt>
    <dgm:pt modelId="{EF139F6D-05D0-4413-A5F2-C7CF48CEF7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Total reviews</a:t>
          </a:r>
          <a:endParaRPr lang="en-US"/>
        </a:p>
      </dgm:t>
    </dgm:pt>
    <dgm:pt modelId="{D194622D-696A-4E3C-9E81-52021DD0FEBF}" type="parTrans" cxnId="{9E2E71E3-A580-4341-A65D-A20C7526D2F9}">
      <dgm:prSet/>
      <dgm:spPr/>
      <dgm:t>
        <a:bodyPr/>
        <a:lstStyle/>
        <a:p>
          <a:endParaRPr lang="en-US"/>
        </a:p>
      </dgm:t>
    </dgm:pt>
    <dgm:pt modelId="{EDE49C96-884A-47C1-B413-A3FCCDB3EF10}" type="sibTrans" cxnId="{9E2E71E3-A580-4341-A65D-A20C7526D2F9}">
      <dgm:prSet/>
      <dgm:spPr/>
      <dgm:t>
        <a:bodyPr/>
        <a:lstStyle/>
        <a:p>
          <a:endParaRPr lang="en-US"/>
        </a:p>
      </dgm:t>
    </dgm:pt>
    <dgm:pt modelId="{DDD18E22-8869-47F9-B85A-2C1FA1121C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Overall recommendation rate</a:t>
          </a:r>
          <a:endParaRPr lang="en-US"/>
        </a:p>
      </dgm:t>
    </dgm:pt>
    <dgm:pt modelId="{6DF818EF-C7AA-4556-8661-F027F2A9E084}" type="parTrans" cxnId="{2FCBA763-C8EB-4E7E-A960-E87444FDEE03}">
      <dgm:prSet/>
      <dgm:spPr/>
      <dgm:t>
        <a:bodyPr/>
        <a:lstStyle/>
        <a:p>
          <a:endParaRPr lang="en-US"/>
        </a:p>
      </dgm:t>
    </dgm:pt>
    <dgm:pt modelId="{E9F3B0C8-33AE-4E0F-A3D9-9B3340A46AA7}" type="sibTrans" cxnId="{2FCBA763-C8EB-4E7E-A960-E87444FDEE03}">
      <dgm:prSet/>
      <dgm:spPr/>
      <dgm:t>
        <a:bodyPr/>
        <a:lstStyle/>
        <a:p>
          <a:endParaRPr lang="en-US"/>
        </a:p>
      </dgm:t>
    </dgm:pt>
    <dgm:pt modelId="{12899BD5-3213-437C-9FCD-2C3B128476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Entry points to all features</a:t>
          </a:r>
          <a:endParaRPr lang="en-US"/>
        </a:p>
      </dgm:t>
    </dgm:pt>
    <dgm:pt modelId="{46AD08D9-8295-4DD5-9E78-B231FB044CF3}" type="parTrans" cxnId="{C06E7766-9B0B-43A1-93E7-09D50B56BB79}">
      <dgm:prSet/>
      <dgm:spPr/>
      <dgm:t>
        <a:bodyPr/>
        <a:lstStyle/>
        <a:p>
          <a:endParaRPr lang="en-US"/>
        </a:p>
      </dgm:t>
    </dgm:pt>
    <dgm:pt modelId="{58E79687-C50C-436A-8FB2-9E1E6344370B}" type="sibTrans" cxnId="{C06E7766-9B0B-43A1-93E7-09D50B56BB79}">
      <dgm:prSet/>
      <dgm:spPr/>
      <dgm:t>
        <a:bodyPr/>
        <a:lstStyle/>
        <a:p>
          <a:endParaRPr lang="en-US"/>
        </a:p>
      </dgm:t>
    </dgm:pt>
    <dgm:pt modelId="{56A32213-3E52-4106-8F06-E4E5C57C0118}" type="pres">
      <dgm:prSet presAssocID="{595B0FC3-0607-4D54-89D5-9234F54A5DA1}" presName="root" presStyleCnt="0">
        <dgm:presLayoutVars>
          <dgm:dir/>
          <dgm:resizeHandles val="exact"/>
        </dgm:presLayoutVars>
      </dgm:prSet>
      <dgm:spPr/>
    </dgm:pt>
    <dgm:pt modelId="{C007AF07-075D-4B98-B583-302FC246466C}" type="pres">
      <dgm:prSet presAssocID="{0E87ACBC-432B-48D3-BB7D-15DB368AB71C}" presName="compNode" presStyleCnt="0"/>
      <dgm:spPr/>
    </dgm:pt>
    <dgm:pt modelId="{C1F20592-2D68-444E-ABDC-AAFDA458BAC7}" type="pres">
      <dgm:prSet presAssocID="{0E87ACBC-432B-48D3-BB7D-15DB368AB71C}" presName="bgRect" presStyleLbl="bgShp" presStyleIdx="0" presStyleCnt="4"/>
      <dgm:spPr/>
    </dgm:pt>
    <dgm:pt modelId="{BF7C93DA-08A4-493C-A8CF-076D790DEF2C}" type="pres">
      <dgm:prSet presAssocID="{0E87ACBC-432B-48D3-BB7D-15DB368AB7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B5CD8925-E434-4A48-8300-5F3079A194B6}" type="pres">
      <dgm:prSet presAssocID="{0E87ACBC-432B-48D3-BB7D-15DB368AB71C}" presName="spaceRect" presStyleCnt="0"/>
      <dgm:spPr/>
    </dgm:pt>
    <dgm:pt modelId="{3344D5EF-9EF2-448A-B52F-C2C17A14B8F6}" type="pres">
      <dgm:prSet presAssocID="{0E87ACBC-432B-48D3-BB7D-15DB368AB71C}" presName="parTx" presStyleLbl="revTx" presStyleIdx="0" presStyleCnt="4">
        <dgm:presLayoutVars>
          <dgm:chMax val="0"/>
          <dgm:chPref val="0"/>
        </dgm:presLayoutVars>
      </dgm:prSet>
      <dgm:spPr/>
    </dgm:pt>
    <dgm:pt modelId="{36E41B87-F529-4037-892A-6B60F73B5735}" type="pres">
      <dgm:prSet presAssocID="{8ACB3DBB-2B51-4976-B190-F2731EB949F7}" presName="sibTrans" presStyleCnt="0"/>
      <dgm:spPr/>
    </dgm:pt>
    <dgm:pt modelId="{3EE4D973-D83A-4353-8607-39AB77C4F7A8}" type="pres">
      <dgm:prSet presAssocID="{EF139F6D-05D0-4413-A5F2-C7CF48CEF73A}" presName="compNode" presStyleCnt="0"/>
      <dgm:spPr/>
    </dgm:pt>
    <dgm:pt modelId="{4668F00A-CDA0-4F84-8608-E36CCC3A6DAE}" type="pres">
      <dgm:prSet presAssocID="{EF139F6D-05D0-4413-A5F2-C7CF48CEF73A}" presName="bgRect" presStyleLbl="bgShp" presStyleIdx="1" presStyleCnt="4"/>
      <dgm:spPr/>
    </dgm:pt>
    <dgm:pt modelId="{D9B9A544-A984-472E-845F-A9CA5654BD95}" type="pres">
      <dgm:prSet presAssocID="{EF139F6D-05D0-4413-A5F2-C7CF48CEF7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B3990498-A7D4-433A-A460-9254916FD741}" type="pres">
      <dgm:prSet presAssocID="{EF139F6D-05D0-4413-A5F2-C7CF48CEF73A}" presName="spaceRect" presStyleCnt="0"/>
      <dgm:spPr/>
    </dgm:pt>
    <dgm:pt modelId="{7173FF55-A103-4BC5-ADC2-BDB39004CD88}" type="pres">
      <dgm:prSet presAssocID="{EF139F6D-05D0-4413-A5F2-C7CF48CEF73A}" presName="parTx" presStyleLbl="revTx" presStyleIdx="1" presStyleCnt="4">
        <dgm:presLayoutVars>
          <dgm:chMax val="0"/>
          <dgm:chPref val="0"/>
        </dgm:presLayoutVars>
      </dgm:prSet>
      <dgm:spPr/>
    </dgm:pt>
    <dgm:pt modelId="{53E5DB83-CFCB-4B0E-B3FE-69F00B6E33BF}" type="pres">
      <dgm:prSet presAssocID="{EDE49C96-884A-47C1-B413-A3FCCDB3EF10}" presName="sibTrans" presStyleCnt="0"/>
      <dgm:spPr/>
    </dgm:pt>
    <dgm:pt modelId="{BEE0F159-7934-4A81-B23C-8BAE8CABEA73}" type="pres">
      <dgm:prSet presAssocID="{DDD18E22-8869-47F9-B85A-2C1FA1121C34}" presName="compNode" presStyleCnt="0"/>
      <dgm:spPr/>
    </dgm:pt>
    <dgm:pt modelId="{6C5A5EB4-0507-4B2F-B0BF-AF0EFD009775}" type="pres">
      <dgm:prSet presAssocID="{DDD18E22-8869-47F9-B85A-2C1FA1121C34}" presName="bgRect" presStyleLbl="bgShp" presStyleIdx="2" presStyleCnt="4"/>
      <dgm:spPr/>
    </dgm:pt>
    <dgm:pt modelId="{FAFFFD11-E8A5-47E1-B180-01E434BD41C8}" type="pres">
      <dgm:prSet presAssocID="{DDD18E22-8869-47F9-B85A-2C1FA1121C3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E4C867D-4AE8-44A6-AA6A-DCC5558C9C68}" type="pres">
      <dgm:prSet presAssocID="{DDD18E22-8869-47F9-B85A-2C1FA1121C34}" presName="spaceRect" presStyleCnt="0"/>
      <dgm:spPr/>
    </dgm:pt>
    <dgm:pt modelId="{801F4FFD-0F81-4261-B810-FC3586D95186}" type="pres">
      <dgm:prSet presAssocID="{DDD18E22-8869-47F9-B85A-2C1FA1121C34}" presName="parTx" presStyleLbl="revTx" presStyleIdx="2" presStyleCnt="4">
        <dgm:presLayoutVars>
          <dgm:chMax val="0"/>
          <dgm:chPref val="0"/>
        </dgm:presLayoutVars>
      </dgm:prSet>
      <dgm:spPr/>
    </dgm:pt>
    <dgm:pt modelId="{5B108644-B5C6-4205-B316-B9A2E9A48102}" type="pres">
      <dgm:prSet presAssocID="{E9F3B0C8-33AE-4E0F-A3D9-9B3340A46AA7}" presName="sibTrans" presStyleCnt="0"/>
      <dgm:spPr/>
    </dgm:pt>
    <dgm:pt modelId="{299FA274-7F2A-47C3-B56D-F5D4D9250B99}" type="pres">
      <dgm:prSet presAssocID="{12899BD5-3213-437C-9FCD-2C3B1284767A}" presName="compNode" presStyleCnt="0"/>
      <dgm:spPr/>
    </dgm:pt>
    <dgm:pt modelId="{44F12E67-07B1-44E6-B9E2-B9380983DB22}" type="pres">
      <dgm:prSet presAssocID="{12899BD5-3213-437C-9FCD-2C3B1284767A}" presName="bgRect" presStyleLbl="bgShp" presStyleIdx="3" presStyleCnt="4"/>
      <dgm:spPr/>
    </dgm:pt>
    <dgm:pt modelId="{F79EC816-CF5B-4442-953D-A7E90277A133}" type="pres">
      <dgm:prSet presAssocID="{12899BD5-3213-437C-9FCD-2C3B128476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1664C70-AB7E-48DF-9ED8-4E81464B3DFB}" type="pres">
      <dgm:prSet presAssocID="{12899BD5-3213-437C-9FCD-2C3B1284767A}" presName="spaceRect" presStyleCnt="0"/>
      <dgm:spPr/>
    </dgm:pt>
    <dgm:pt modelId="{AC7FF4D5-767F-4E08-9980-81C2EFB2C183}" type="pres">
      <dgm:prSet presAssocID="{12899BD5-3213-437C-9FCD-2C3B1284767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8D5B19-7F85-494C-B33E-FA22EF746D66}" type="presOf" srcId="{EF139F6D-05D0-4413-A5F2-C7CF48CEF73A}" destId="{7173FF55-A103-4BC5-ADC2-BDB39004CD88}" srcOrd="0" destOrd="0" presId="urn:microsoft.com/office/officeart/2018/2/layout/IconVerticalSolidList"/>
    <dgm:cxn modelId="{2FCBA763-C8EB-4E7E-A960-E87444FDEE03}" srcId="{595B0FC3-0607-4D54-89D5-9234F54A5DA1}" destId="{DDD18E22-8869-47F9-B85A-2C1FA1121C34}" srcOrd="2" destOrd="0" parTransId="{6DF818EF-C7AA-4556-8661-F027F2A9E084}" sibTransId="{E9F3B0C8-33AE-4E0F-A3D9-9B3340A46AA7}"/>
    <dgm:cxn modelId="{C06E7766-9B0B-43A1-93E7-09D50B56BB79}" srcId="{595B0FC3-0607-4D54-89D5-9234F54A5DA1}" destId="{12899BD5-3213-437C-9FCD-2C3B1284767A}" srcOrd="3" destOrd="0" parTransId="{46AD08D9-8295-4DD5-9E78-B231FB044CF3}" sibTransId="{58E79687-C50C-436A-8FB2-9E1E6344370B}"/>
    <dgm:cxn modelId="{028D1353-5212-4005-BAFF-C6C55AE64867}" type="presOf" srcId="{12899BD5-3213-437C-9FCD-2C3B1284767A}" destId="{AC7FF4D5-767F-4E08-9980-81C2EFB2C183}" srcOrd="0" destOrd="0" presId="urn:microsoft.com/office/officeart/2018/2/layout/IconVerticalSolidList"/>
    <dgm:cxn modelId="{481FB17F-F8EB-47D2-9CE6-45B70F3DD1DD}" srcId="{595B0FC3-0607-4D54-89D5-9234F54A5DA1}" destId="{0E87ACBC-432B-48D3-BB7D-15DB368AB71C}" srcOrd="0" destOrd="0" parTransId="{ABD0DB96-F49A-4B2D-950B-1CB7ECD71759}" sibTransId="{8ACB3DBB-2B51-4976-B190-F2731EB949F7}"/>
    <dgm:cxn modelId="{A53088D0-4987-439F-8C23-97570AA249BD}" type="presOf" srcId="{595B0FC3-0607-4D54-89D5-9234F54A5DA1}" destId="{56A32213-3E52-4106-8F06-E4E5C57C0118}" srcOrd="0" destOrd="0" presId="urn:microsoft.com/office/officeart/2018/2/layout/IconVerticalSolidList"/>
    <dgm:cxn modelId="{9E2E71E3-A580-4341-A65D-A20C7526D2F9}" srcId="{595B0FC3-0607-4D54-89D5-9234F54A5DA1}" destId="{EF139F6D-05D0-4413-A5F2-C7CF48CEF73A}" srcOrd="1" destOrd="0" parTransId="{D194622D-696A-4E3C-9E81-52021DD0FEBF}" sibTransId="{EDE49C96-884A-47C1-B413-A3FCCDB3EF10}"/>
    <dgm:cxn modelId="{3E2E72ED-6651-4E26-8E1C-181009F76531}" type="presOf" srcId="{0E87ACBC-432B-48D3-BB7D-15DB368AB71C}" destId="{3344D5EF-9EF2-448A-B52F-C2C17A14B8F6}" srcOrd="0" destOrd="0" presId="urn:microsoft.com/office/officeart/2018/2/layout/IconVerticalSolidList"/>
    <dgm:cxn modelId="{6AEF80F7-8E62-4404-9DB3-09641E6A6265}" type="presOf" srcId="{DDD18E22-8869-47F9-B85A-2C1FA1121C34}" destId="{801F4FFD-0F81-4261-B810-FC3586D95186}" srcOrd="0" destOrd="0" presId="urn:microsoft.com/office/officeart/2018/2/layout/IconVerticalSolidList"/>
    <dgm:cxn modelId="{056D99EC-EB5F-4590-B6F6-1C89F8A6EA9B}" type="presParOf" srcId="{56A32213-3E52-4106-8F06-E4E5C57C0118}" destId="{C007AF07-075D-4B98-B583-302FC246466C}" srcOrd="0" destOrd="0" presId="urn:microsoft.com/office/officeart/2018/2/layout/IconVerticalSolidList"/>
    <dgm:cxn modelId="{10B4461B-88E5-46C8-AC39-569CD8D6C919}" type="presParOf" srcId="{C007AF07-075D-4B98-B583-302FC246466C}" destId="{C1F20592-2D68-444E-ABDC-AAFDA458BAC7}" srcOrd="0" destOrd="0" presId="urn:microsoft.com/office/officeart/2018/2/layout/IconVerticalSolidList"/>
    <dgm:cxn modelId="{6C9235A3-0C3E-47D5-A251-F91C7784A537}" type="presParOf" srcId="{C007AF07-075D-4B98-B583-302FC246466C}" destId="{BF7C93DA-08A4-493C-A8CF-076D790DEF2C}" srcOrd="1" destOrd="0" presId="urn:microsoft.com/office/officeart/2018/2/layout/IconVerticalSolidList"/>
    <dgm:cxn modelId="{8017468F-77BE-4B57-A194-EDA50C36FC1C}" type="presParOf" srcId="{C007AF07-075D-4B98-B583-302FC246466C}" destId="{B5CD8925-E434-4A48-8300-5F3079A194B6}" srcOrd="2" destOrd="0" presId="urn:microsoft.com/office/officeart/2018/2/layout/IconVerticalSolidList"/>
    <dgm:cxn modelId="{F4ED0DA3-22A0-4E37-8FCB-4A9DCE5FC019}" type="presParOf" srcId="{C007AF07-075D-4B98-B583-302FC246466C}" destId="{3344D5EF-9EF2-448A-B52F-C2C17A14B8F6}" srcOrd="3" destOrd="0" presId="urn:microsoft.com/office/officeart/2018/2/layout/IconVerticalSolidList"/>
    <dgm:cxn modelId="{1845C94A-F562-4830-9AA5-0C64F5C0069D}" type="presParOf" srcId="{56A32213-3E52-4106-8F06-E4E5C57C0118}" destId="{36E41B87-F529-4037-892A-6B60F73B5735}" srcOrd="1" destOrd="0" presId="urn:microsoft.com/office/officeart/2018/2/layout/IconVerticalSolidList"/>
    <dgm:cxn modelId="{64190A5E-73F4-4B5E-8190-2D3B027CFBA8}" type="presParOf" srcId="{56A32213-3E52-4106-8F06-E4E5C57C0118}" destId="{3EE4D973-D83A-4353-8607-39AB77C4F7A8}" srcOrd="2" destOrd="0" presId="urn:microsoft.com/office/officeart/2018/2/layout/IconVerticalSolidList"/>
    <dgm:cxn modelId="{50597CE0-BA86-48D6-96F6-072F272D87AE}" type="presParOf" srcId="{3EE4D973-D83A-4353-8607-39AB77C4F7A8}" destId="{4668F00A-CDA0-4F84-8608-E36CCC3A6DAE}" srcOrd="0" destOrd="0" presId="urn:microsoft.com/office/officeart/2018/2/layout/IconVerticalSolidList"/>
    <dgm:cxn modelId="{D571CA74-2200-4EB2-832C-4D2F01C3E4A9}" type="presParOf" srcId="{3EE4D973-D83A-4353-8607-39AB77C4F7A8}" destId="{D9B9A544-A984-472E-845F-A9CA5654BD95}" srcOrd="1" destOrd="0" presId="urn:microsoft.com/office/officeart/2018/2/layout/IconVerticalSolidList"/>
    <dgm:cxn modelId="{E1B5BF44-FA2D-43C3-BC69-EAD2A4882481}" type="presParOf" srcId="{3EE4D973-D83A-4353-8607-39AB77C4F7A8}" destId="{B3990498-A7D4-433A-A460-9254916FD741}" srcOrd="2" destOrd="0" presId="urn:microsoft.com/office/officeart/2018/2/layout/IconVerticalSolidList"/>
    <dgm:cxn modelId="{12B2B53C-02FD-4051-B8DF-EB0B38D9317E}" type="presParOf" srcId="{3EE4D973-D83A-4353-8607-39AB77C4F7A8}" destId="{7173FF55-A103-4BC5-ADC2-BDB39004CD88}" srcOrd="3" destOrd="0" presId="urn:microsoft.com/office/officeart/2018/2/layout/IconVerticalSolidList"/>
    <dgm:cxn modelId="{73F160A1-145C-4B58-A9C8-C25F618F8AAC}" type="presParOf" srcId="{56A32213-3E52-4106-8F06-E4E5C57C0118}" destId="{53E5DB83-CFCB-4B0E-B3FE-69F00B6E33BF}" srcOrd="3" destOrd="0" presId="urn:microsoft.com/office/officeart/2018/2/layout/IconVerticalSolidList"/>
    <dgm:cxn modelId="{3A1BF1E5-69E8-4931-8F46-1D901F1FC55E}" type="presParOf" srcId="{56A32213-3E52-4106-8F06-E4E5C57C0118}" destId="{BEE0F159-7934-4A81-B23C-8BAE8CABEA73}" srcOrd="4" destOrd="0" presId="urn:microsoft.com/office/officeart/2018/2/layout/IconVerticalSolidList"/>
    <dgm:cxn modelId="{E9C13431-7068-443F-B1F7-0BCC52AE1C1E}" type="presParOf" srcId="{BEE0F159-7934-4A81-B23C-8BAE8CABEA73}" destId="{6C5A5EB4-0507-4B2F-B0BF-AF0EFD009775}" srcOrd="0" destOrd="0" presId="urn:microsoft.com/office/officeart/2018/2/layout/IconVerticalSolidList"/>
    <dgm:cxn modelId="{CA618C99-6B86-406D-A730-A49B299091BD}" type="presParOf" srcId="{BEE0F159-7934-4A81-B23C-8BAE8CABEA73}" destId="{FAFFFD11-E8A5-47E1-B180-01E434BD41C8}" srcOrd="1" destOrd="0" presId="urn:microsoft.com/office/officeart/2018/2/layout/IconVerticalSolidList"/>
    <dgm:cxn modelId="{3A27FB83-9EC2-4FB8-BB3C-FB63FE8B8B3B}" type="presParOf" srcId="{BEE0F159-7934-4A81-B23C-8BAE8CABEA73}" destId="{3E4C867D-4AE8-44A6-AA6A-DCC5558C9C68}" srcOrd="2" destOrd="0" presId="urn:microsoft.com/office/officeart/2018/2/layout/IconVerticalSolidList"/>
    <dgm:cxn modelId="{CDA20C68-9B44-40F3-935C-6645A93B458C}" type="presParOf" srcId="{BEE0F159-7934-4A81-B23C-8BAE8CABEA73}" destId="{801F4FFD-0F81-4261-B810-FC3586D95186}" srcOrd="3" destOrd="0" presId="urn:microsoft.com/office/officeart/2018/2/layout/IconVerticalSolidList"/>
    <dgm:cxn modelId="{515F10B3-1260-4F03-A98F-19281B89EC9E}" type="presParOf" srcId="{56A32213-3E52-4106-8F06-E4E5C57C0118}" destId="{5B108644-B5C6-4205-B316-B9A2E9A48102}" srcOrd="5" destOrd="0" presId="urn:microsoft.com/office/officeart/2018/2/layout/IconVerticalSolidList"/>
    <dgm:cxn modelId="{6973C8FA-559C-4A3F-951E-1B3F0D45E370}" type="presParOf" srcId="{56A32213-3E52-4106-8F06-E4E5C57C0118}" destId="{299FA274-7F2A-47C3-B56D-F5D4D9250B99}" srcOrd="6" destOrd="0" presId="urn:microsoft.com/office/officeart/2018/2/layout/IconVerticalSolidList"/>
    <dgm:cxn modelId="{A5AB30B2-B31D-4EC6-9A94-581E118648DE}" type="presParOf" srcId="{299FA274-7F2A-47C3-B56D-F5D4D9250B99}" destId="{44F12E67-07B1-44E6-B9E2-B9380983DB22}" srcOrd="0" destOrd="0" presId="urn:microsoft.com/office/officeart/2018/2/layout/IconVerticalSolidList"/>
    <dgm:cxn modelId="{EED95591-1AB0-45BB-8056-C52A4ADB5FB6}" type="presParOf" srcId="{299FA274-7F2A-47C3-B56D-F5D4D9250B99}" destId="{F79EC816-CF5B-4442-953D-A7E90277A133}" srcOrd="1" destOrd="0" presId="urn:microsoft.com/office/officeart/2018/2/layout/IconVerticalSolidList"/>
    <dgm:cxn modelId="{6DF7ABB3-5241-4542-9C4E-64F8B4934A30}" type="presParOf" srcId="{299FA274-7F2A-47C3-B56D-F5D4D9250B99}" destId="{E1664C70-AB7E-48DF-9ED8-4E81464B3DFB}" srcOrd="2" destOrd="0" presId="urn:microsoft.com/office/officeart/2018/2/layout/IconVerticalSolidList"/>
    <dgm:cxn modelId="{0A677175-DEB4-4085-BDAF-477ADA754C1F}" type="presParOf" srcId="{299FA274-7F2A-47C3-B56D-F5D4D9250B99}" destId="{AC7FF4D5-767F-4E08-9980-81C2EFB2C1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747B971-E90E-4329-A56A-0C60884352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4EC194-B01E-489D-BF46-946E307FBD0F}">
      <dgm:prSet/>
      <dgm:spPr/>
      <dgm:t>
        <a:bodyPr/>
        <a:lstStyle/>
        <a:p>
          <a:r>
            <a:rPr lang="en-US" b="0" i="0" baseline="0" dirty="0"/>
            <a:t>All reviews with filter: All / High / Low</a:t>
          </a:r>
          <a:endParaRPr lang="en-US" dirty="0"/>
        </a:p>
      </dgm:t>
    </dgm:pt>
    <dgm:pt modelId="{7AC77046-A4BB-4AF8-BE51-9B4F1D47DA15}" type="parTrans" cxnId="{085DF05D-15FF-4F85-B822-544B9FEBDBDD}">
      <dgm:prSet/>
      <dgm:spPr/>
      <dgm:t>
        <a:bodyPr/>
        <a:lstStyle/>
        <a:p>
          <a:endParaRPr lang="en-US"/>
        </a:p>
      </dgm:t>
    </dgm:pt>
    <dgm:pt modelId="{87865826-9490-4768-81FE-EBE2CBE473F7}" type="sibTrans" cxnId="{085DF05D-15FF-4F85-B822-544B9FEBDBDD}">
      <dgm:prSet/>
      <dgm:spPr/>
      <dgm:t>
        <a:bodyPr/>
        <a:lstStyle/>
        <a:p>
          <a:endParaRPr lang="en-US"/>
        </a:p>
      </dgm:t>
    </dgm:pt>
    <dgm:pt modelId="{E7C5094D-1064-499A-BAC6-8B7399914D55}">
      <dgm:prSet/>
      <dgm:spPr/>
      <dgm:t>
        <a:bodyPr/>
        <a:lstStyle/>
        <a:p>
          <a:r>
            <a:rPr lang="en-US" b="0" i="0" baseline="0"/>
            <a:t>Colored badges for quick evaluation</a:t>
          </a:r>
          <a:endParaRPr lang="en-US"/>
        </a:p>
      </dgm:t>
    </dgm:pt>
    <dgm:pt modelId="{FB6DEA35-0035-47C5-9818-6E16B3E1949A}" type="parTrans" cxnId="{ADA0D23F-0063-4B14-AA42-348B2A58874A}">
      <dgm:prSet/>
      <dgm:spPr/>
      <dgm:t>
        <a:bodyPr/>
        <a:lstStyle/>
        <a:p>
          <a:endParaRPr lang="en-US"/>
        </a:p>
      </dgm:t>
    </dgm:pt>
    <dgm:pt modelId="{586602AE-CD9F-4EFB-8AF1-BEEC3CD23F49}" type="sibTrans" cxnId="{ADA0D23F-0063-4B14-AA42-348B2A58874A}">
      <dgm:prSet/>
      <dgm:spPr/>
      <dgm:t>
        <a:bodyPr/>
        <a:lstStyle/>
        <a:p>
          <a:endParaRPr lang="en-US"/>
        </a:p>
      </dgm:t>
    </dgm:pt>
    <dgm:pt modelId="{9FB6D549-D873-4308-AD00-66E70DAD44AD}">
      <dgm:prSet/>
      <dgm:spPr/>
      <dgm:t>
        <a:bodyPr/>
        <a:lstStyle/>
        <a:p>
          <a:r>
            <a:rPr lang="en-US" b="0" i="0" baseline="0"/>
            <a:t>Full rating breakdown</a:t>
          </a:r>
          <a:endParaRPr lang="en-US"/>
        </a:p>
      </dgm:t>
    </dgm:pt>
    <dgm:pt modelId="{BFB3DC1E-8AF7-403C-8007-2E9D27088ADE}" type="parTrans" cxnId="{74BA851F-9C82-457A-AB17-9E089258BAD5}">
      <dgm:prSet/>
      <dgm:spPr/>
      <dgm:t>
        <a:bodyPr/>
        <a:lstStyle/>
        <a:p>
          <a:endParaRPr lang="en-US"/>
        </a:p>
      </dgm:t>
    </dgm:pt>
    <dgm:pt modelId="{AC396F6F-226F-46C2-9758-EE16058B129A}" type="sibTrans" cxnId="{74BA851F-9C82-457A-AB17-9E089258BAD5}">
      <dgm:prSet/>
      <dgm:spPr/>
      <dgm:t>
        <a:bodyPr/>
        <a:lstStyle/>
        <a:p>
          <a:endParaRPr lang="en-US"/>
        </a:p>
      </dgm:t>
    </dgm:pt>
    <dgm:pt modelId="{401423DC-35B9-4D5D-9788-BD5C3FE92C24}">
      <dgm:prSet/>
      <dgm:spPr/>
      <dgm:t>
        <a:bodyPr/>
        <a:lstStyle/>
        <a:p>
          <a:r>
            <a:rPr lang="en-US" b="0" i="0" baseline="0"/>
            <a:t>Comments + date</a:t>
          </a:r>
          <a:endParaRPr lang="en-US"/>
        </a:p>
      </dgm:t>
    </dgm:pt>
    <dgm:pt modelId="{E7C01AB2-6FE0-487F-90CB-4B67C90377CF}" type="parTrans" cxnId="{E3F01AF6-4F31-4880-A88D-30E442A4B84E}">
      <dgm:prSet/>
      <dgm:spPr/>
      <dgm:t>
        <a:bodyPr/>
        <a:lstStyle/>
        <a:p>
          <a:endParaRPr lang="en-US"/>
        </a:p>
      </dgm:t>
    </dgm:pt>
    <dgm:pt modelId="{911A21DC-414D-424F-BC3A-5A9CC3BB9D23}" type="sibTrans" cxnId="{E3F01AF6-4F31-4880-A88D-30E442A4B84E}">
      <dgm:prSet/>
      <dgm:spPr/>
      <dgm:t>
        <a:bodyPr/>
        <a:lstStyle/>
        <a:p>
          <a:endParaRPr lang="en-US"/>
        </a:p>
      </dgm:t>
    </dgm:pt>
    <dgm:pt modelId="{17868DEE-8C27-4EF4-9977-31C814441A43}" type="pres">
      <dgm:prSet presAssocID="{8747B971-E90E-4329-A56A-0C6088435212}" presName="linear" presStyleCnt="0">
        <dgm:presLayoutVars>
          <dgm:animLvl val="lvl"/>
          <dgm:resizeHandles val="exact"/>
        </dgm:presLayoutVars>
      </dgm:prSet>
      <dgm:spPr/>
    </dgm:pt>
    <dgm:pt modelId="{11F78F15-4D8B-43DC-84D3-376F6C3E0B19}" type="pres">
      <dgm:prSet presAssocID="{484EC194-B01E-489D-BF46-946E307FBD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F9ED414-D40C-490E-9A08-584DE41E6D0B}" type="pres">
      <dgm:prSet presAssocID="{87865826-9490-4768-81FE-EBE2CBE473F7}" presName="spacer" presStyleCnt="0"/>
      <dgm:spPr/>
    </dgm:pt>
    <dgm:pt modelId="{66D7519A-2821-4C6B-96E7-4C8A163853E4}" type="pres">
      <dgm:prSet presAssocID="{E7C5094D-1064-499A-BAC6-8B7399914D5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2F7902-982C-44E0-B7C6-433877FCE1C6}" type="pres">
      <dgm:prSet presAssocID="{586602AE-CD9F-4EFB-8AF1-BEEC3CD23F49}" presName="spacer" presStyleCnt="0"/>
      <dgm:spPr/>
    </dgm:pt>
    <dgm:pt modelId="{814ECE89-C18F-41A2-A9B1-470C6086FBC2}" type="pres">
      <dgm:prSet presAssocID="{9FB6D549-D873-4308-AD00-66E70DAD44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6734DB-4B14-4751-9E15-F14D96EAF7FB}" type="pres">
      <dgm:prSet presAssocID="{AC396F6F-226F-46C2-9758-EE16058B129A}" presName="spacer" presStyleCnt="0"/>
      <dgm:spPr/>
    </dgm:pt>
    <dgm:pt modelId="{876BE962-E560-437A-A8B9-F9EBA2D5FDBF}" type="pres">
      <dgm:prSet presAssocID="{401423DC-35B9-4D5D-9788-BD5C3FE92C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FAA2607-774A-44A2-A27D-D69BACF51A7F}" type="presOf" srcId="{9FB6D549-D873-4308-AD00-66E70DAD44AD}" destId="{814ECE89-C18F-41A2-A9B1-470C6086FBC2}" srcOrd="0" destOrd="0" presId="urn:microsoft.com/office/officeart/2005/8/layout/vList2"/>
    <dgm:cxn modelId="{74BA851F-9C82-457A-AB17-9E089258BAD5}" srcId="{8747B971-E90E-4329-A56A-0C6088435212}" destId="{9FB6D549-D873-4308-AD00-66E70DAD44AD}" srcOrd="2" destOrd="0" parTransId="{BFB3DC1E-8AF7-403C-8007-2E9D27088ADE}" sibTransId="{AC396F6F-226F-46C2-9758-EE16058B129A}"/>
    <dgm:cxn modelId="{ADA0D23F-0063-4B14-AA42-348B2A58874A}" srcId="{8747B971-E90E-4329-A56A-0C6088435212}" destId="{E7C5094D-1064-499A-BAC6-8B7399914D55}" srcOrd="1" destOrd="0" parTransId="{FB6DEA35-0035-47C5-9818-6E16B3E1949A}" sibTransId="{586602AE-CD9F-4EFB-8AF1-BEEC3CD23F49}"/>
    <dgm:cxn modelId="{085DF05D-15FF-4F85-B822-544B9FEBDBDD}" srcId="{8747B971-E90E-4329-A56A-0C6088435212}" destId="{484EC194-B01E-489D-BF46-946E307FBD0F}" srcOrd="0" destOrd="0" parTransId="{7AC77046-A4BB-4AF8-BE51-9B4F1D47DA15}" sibTransId="{87865826-9490-4768-81FE-EBE2CBE473F7}"/>
    <dgm:cxn modelId="{CFE6D648-4F93-4712-8DA0-09EC2EA59264}" type="presOf" srcId="{484EC194-B01E-489D-BF46-946E307FBD0F}" destId="{11F78F15-4D8B-43DC-84D3-376F6C3E0B19}" srcOrd="0" destOrd="0" presId="urn:microsoft.com/office/officeart/2005/8/layout/vList2"/>
    <dgm:cxn modelId="{9DFD71C8-DB0C-4E14-B7F9-B9CE4F91A5BE}" type="presOf" srcId="{E7C5094D-1064-499A-BAC6-8B7399914D55}" destId="{66D7519A-2821-4C6B-96E7-4C8A163853E4}" srcOrd="0" destOrd="0" presId="urn:microsoft.com/office/officeart/2005/8/layout/vList2"/>
    <dgm:cxn modelId="{8C9B82E6-DB56-4CAB-980B-EC2A2AA8ADE9}" type="presOf" srcId="{401423DC-35B9-4D5D-9788-BD5C3FE92C24}" destId="{876BE962-E560-437A-A8B9-F9EBA2D5FDBF}" srcOrd="0" destOrd="0" presId="urn:microsoft.com/office/officeart/2005/8/layout/vList2"/>
    <dgm:cxn modelId="{759837F0-B126-4008-B90A-CBA1B82B866B}" type="presOf" srcId="{8747B971-E90E-4329-A56A-0C6088435212}" destId="{17868DEE-8C27-4EF4-9977-31C814441A43}" srcOrd="0" destOrd="0" presId="urn:microsoft.com/office/officeart/2005/8/layout/vList2"/>
    <dgm:cxn modelId="{E3F01AF6-4F31-4880-A88D-30E442A4B84E}" srcId="{8747B971-E90E-4329-A56A-0C6088435212}" destId="{401423DC-35B9-4D5D-9788-BD5C3FE92C24}" srcOrd="3" destOrd="0" parTransId="{E7C01AB2-6FE0-487F-90CB-4B67C90377CF}" sibTransId="{911A21DC-414D-424F-BC3A-5A9CC3BB9D23}"/>
    <dgm:cxn modelId="{FED359BC-9225-4BCF-AE5B-A562E71BB89A}" type="presParOf" srcId="{17868DEE-8C27-4EF4-9977-31C814441A43}" destId="{11F78F15-4D8B-43DC-84D3-376F6C3E0B19}" srcOrd="0" destOrd="0" presId="urn:microsoft.com/office/officeart/2005/8/layout/vList2"/>
    <dgm:cxn modelId="{2E4C423D-4C2E-4BC5-B884-E9C7DF0F7592}" type="presParOf" srcId="{17868DEE-8C27-4EF4-9977-31C814441A43}" destId="{6F9ED414-D40C-490E-9A08-584DE41E6D0B}" srcOrd="1" destOrd="0" presId="urn:microsoft.com/office/officeart/2005/8/layout/vList2"/>
    <dgm:cxn modelId="{E780CE9A-1471-4400-AFDE-72C28DC2ABBD}" type="presParOf" srcId="{17868DEE-8C27-4EF4-9977-31C814441A43}" destId="{66D7519A-2821-4C6B-96E7-4C8A163853E4}" srcOrd="2" destOrd="0" presId="urn:microsoft.com/office/officeart/2005/8/layout/vList2"/>
    <dgm:cxn modelId="{8DCEE221-90BE-4C06-A48A-8C1B5A83B115}" type="presParOf" srcId="{17868DEE-8C27-4EF4-9977-31C814441A43}" destId="{8B2F7902-982C-44E0-B7C6-433877FCE1C6}" srcOrd="3" destOrd="0" presId="urn:microsoft.com/office/officeart/2005/8/layout/vList2"/>
    <dgm:cxn modelId="{AE4B5245-5441-4971-A6A0-819FDAFE2680}" type="presParOf" srcId="{17868DEE-8C27-4EF4-9977-31C814441A43}" destId="{814ECE89-C18F-41A2-A9B1-470C6086FBC2}" srcOrd="4" destOrd="0" presId="urn:microsoft.com/office/officeart/2005/8/layout/vList2"/>
    <dgm:cxn modelId="{62A77808-DDB8-43A2-B456-B0D145944B56}" type="presParOf" srcId="{17868DEE-8C27-4EF4-9977-31C814441A43}" destId="{E66734DB-4B14-4751-9E15-F14D96EAF7FB}" srcOrd="5" destOrd="0" presId="urn:microsoft.com/office/officeart/2005/8/layout/vList2"/>
    <dgm:cxn modelId="{2280D577-25AA-41F2-87D0-C4F1CE1A1B9B}" type="presParOf" srcId="{17868DEE-8C27-4EF4-9977-31C814441A43}" destId="{876BE962-E560-437A-A8B9-F9EBA2D5FD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AF041E2-D43D-41FA-BD8B-0093B8B2C50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3D7DFF-9368-4BE7-A126-68F0F2F3EE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Average ratings (Food/Service/Overall)</a:t>
          </a:r>
          <a:endParaRPr lang="en-US" dirty="0"/>
        </a:p>
      </dgm:t>
    </dgm:pt>
    <dgm:pt modelId="{A5F99126-6A86-47FE-8054-74435A2A1438}" type="parTrans" cxnId="{89F02500-6F02-44D7-88CD-FFC17F8F88F8}">
      <dgm:prSet/>
      <dgm:spPr/>
      <dgm:t>
        <a:bodyPr/>
        <a:lstStyle/>
        <a:p>
          <a:endParaRPr lang="en-US"/>
        </a:p>
      </dgm:t>
    </dgm:pt>
    <dgm:pt modelId="{7EDEE9A5-CCAB-4D92-8E64-D8F4CA59F0D1}" type="sibTrans" cxnId="{89F02500-6F02-44D7-88CD-FFC17F8F88F8}">
      <dgm:prSet/>
      <dgm:spPr/>
      <dgm:t>
        <a:bodyPr/>
        <a:lstStyle/>
        <a:p>
          <a:endParaRPr lang="en-US"/>
        </a:p>
      </dgm:t>
    </dgm:pt>
    <dgm:pt modelId="{E44E84EE-A9D5-43CD-AF7E-68BBDF634E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Pie chart of recommendations</a:t>
          </a:r>
          <a:endParaRPr lang="en-US"/>
        </a:p>
      </dgm:t>
    </dgm:pt>
    <dgm:pt modelId="{3BEBC000-7ACF-4764-90A4-5FDC1FA64B41}" type="parTrans" cxnId="{547B428E-440C-4A53-B9A0-50D22F89D087}">
      <dgm:prSet/>
      <dgm:spPr/>
      <dgm:t>
        <a:bodyPr/>
        <a:lstStyle/>
        <a:p>
          <a:endParaRPr lang="en-US"/>
        </a:p>
      </dgm:t>
    </dgm:pt>
    <dgm:pt modelId="{6A50B7A7-D46D-4629-85BA-13791A8B3EAA}" type="sibTrans" cxnId="{547B428E-440C-4A53-B9A0-50D22F89D087}">
      <dgm:prSet/>
      <dgm:spPr/>
      <dgm:t>
        <a:bodyPr/>
        <a:lstStyle/>
        <a:p>
          <a:endParaRPr lang="en-US"/>
        </a:p>
      </dgm:t>
    </dgm:pt>
    <dgm:pt modelId="{75ACC254-5FDD-466A-8C8A-E68AA72788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Meal popularity chart</a:t>
          </a:r>
          <a:endParaRPr lang="en-US"/>
        </a:p>
      </dgm:t>
    </dgm:pt>
    <dgm:pt modelId="{D5439C30-D5D4-423C-938C-508858F69EF2}" type="parTrans" cxnId="{332DE999-2440-4E0F-9DD2-FF1156E8C117}">
      <dgm:prSet/>
      <dgm:spPr/>
      <dgm:t>
        <a:bodyPr/>
        <a:lstStyle/>
        <a:p>
          <a:endParaRPr lang="en-US"/>
        </a:p>
      </dgm:t>
    </dgm:pt>
    <dgm:pt modelId="{9FD04E34-2F49-41F2-A184-79D81AB8DCF9}" type="sibTrans" cxnId="{332DE999-2440-4E0F-9DD2-FF1156E8C117}">
      <dgm:prSet/>
      <dgm:spPr/>
      <dgm:t>
        <a:bodyPr/>
        <a:lstStyle/>
        <a:p>
          <a:endParaRPr lang="en-US"/>
        </a:p>
      </dgm:t>
    </dgm:pt>
    <dgm:pt modelId="{844B107F-BE0A-44FF-8578-1868A8ABC7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Fully interactive</a:t>
          </a:r>
          <a:endParaRPr lang="en-US" dirty="0"/>
        </a:p>
      </dgm:t>
    </dgm:pt>
    <dgm:pt modelId="{B9DFF385-89E1-423A-A018-A5AB4B5486A8}" type="parTrans" cxnId="{8D6C35BB-0E6D-4B6D-8E5D-940AFC93B26F}">
      <dgm:prSet/>
      <dgm:spPr/>
      <dgm:t>
        <a:bodyPr/>
        <a:lstStyle/>
        <a:p>
          <a:endParaRPr lang="en-US"/>
        </a:p>
      </dgm:t>
    </dgm:pt>
    <dgm:pt modelId="{7A654654-2D67-49FF-89F7-C967D3B6F944}" type="sibTrans" cxnId="{8D6C35BB-0E6D-4B6D-8E5D-940AFC93B26F}">
      <dgm:prSet/>
      <dgm:spPr/>
      <dgm:t>
        <a:bodyPr/>
        <a:lstStyle/>
        <a:p>
          <a:endParaRPr lang="en-US"/>
        </a:p>
      </dgm:t>
    </dgm:pt>
    <dgm:pt modelId="{979E45EA-2A58-4BB0-850B-03E7870D6AE1}" type="pres">
      <dgm:prSet presAssocID="{DAF041E2-D43D-41FA-BD8B-0093B8B2C501}" presName="root" presStyleCnt="0">
        <dgm:presLayoutVars>
          <dgm:dir/>
          <dgm:resizeHandles val="exact"/>
        </dgm:presLayoutVars>
      </dgm:prSet>
      <dgm:spPr/>
    </dgm:pt>
    <dgm:pt modelId="{F0CDD410-57D4-4517-A781-918756C493FB}" type="pres">
      <dgm:prSet presAssocID="{B03D7DFF-9368-4BE7-A126-68F0F2F3EE62}" presName="compNode" presStyleCnt="0"/>
      <dgm:spPr/>
    </dgm:pt>
    <dgm:pt modelId="{53D2085C-8013-4A83-8506-E738B339490F}" type="pres">
      <dgm:prSet presAssocID="{B03D7DFF-9368-4BE7-A126-68F0F2F3EE62}" presName="bgRect" presStyleLbl="bgShp" presStyleIdx="0" presStyleCnt="4"/>
      <dgm:spPr/>
    </dgm:pt>
    <dgm:pt modelId="{A4A99E80-2EAA-4D51-9F48-1D7E11B8B3BB}" type="pres">
      <dgm:prSet presAssocID="{B03D7DFF-9368-4BE7-A126-68F0F2F3EE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9842FCED-30BC-4242-8E89-A21C57252AE1}" type="pres">
      <dgm:prSet presAssocID="{B03D7DFF-9368-4BE7-A126-68F0F2F3EE62}" presName="spaceRect" presStyleCnt="0"/>
      <dgm:spPr/>
    </dgm:pt>
    <dgm:pt modelId="{1D460AC2-E58C-4AC2-B42F-7C7EE56979D2}" type="pres">
      <dgm:prSet presAssocID="{B03D7DFF-9368-4BE7-A126-68F0F2F3EE62}" presName="parTx" presStyleLbl="revTx" presStyleIdx="0" presStyleCnt="4">
        <dgm:presLayoutVars>
          <dgm:chMax val="0"/>
          <dgm:chPref val="0"/>
        </dgm:presLayoutVars>
      </dgm:prSet>
      <dgm:spPr/>
    </dgm:pt>
    <dgm:pt modelId="{BE73D358-D07F-4D6F-85CB-31199BD67BA5}" type="pres">
      <dgm:prSet presAssocID="{7EDEE9A5-CCAB-4D92-8E64-D8F4CA59F0D1}" presName="sibTrans" presStyleCnt="0"/>
      <dgm:spPr/>
    </dgm:pt>
    <dgm:pt modelId="{9749DF5F-AC6D-4734-9111-46E961214BE9}" type="pres">
      <dgm:prSet presAssocID="{E44E84EE-A9D5-43CD-AF7E-68BBDF634EDE}" presName="compNode" presStyleCnt="0"/>
      <dgm:spPr/>
    </dgm:pt>
    <dgm:pt modelId="{677C7484-D90E-4F8D-AE46-5DD8B49C9BAC}" type="pres">
      <dgm:prSet presAssocID="{E44E84EE-A9D5-43CD-AF7E-68BBDF634EDE}" presName="bgRect" presStyleLbl="bgShp" presStyleIdx="1" presStyleCnt="4"/>
      <dgm:spPr/>
    </dgm:pt>
    <dgm:pt modelId="{7D3F09B8-6B62-40EE-AB0D-3BF1FB830B5B}" type="pres">
      <dgm:prSet presAssocID="{E44E84EE-A9D5-43CD-AF7E-68BBDF634E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CEDE6C9A-6CE9-46FB-B450-F6EAE87DD3BC}" type="pres">
      <dgm:prSet presAssocID="{E44E84EE-A9D5-43CD-AF7E-68BBDF634EDE}" presName="spaceRect" presStyleCnt="0"/>
      <dgm:spPr/>
    </dgm:pt>
    <dgm:pt modelId="{4358E552-CCCC-463B-99E7-008F50BC4BA5}" type="pres">
      <dgm:prSet presAssocID="{E44E84EE-A9D5-43CD-AF7E-68BBDF634EDE}" presName="parTx" presStyleLbl="revTx" presStyleIdx="1" presStyleCnt="4">
        <dgm:presLayoutVars>
          <dgm:chMax val="0"/>
          <dgm:chPref val="0"/>
        </dgm:presLayoutVars>
      </dgm:prSet>
      <dgm:spPr/>
    </dgm:pt>
    <dgm:pt modelId="{8A7904D9-7160-4594-81F4-11C3F10F8EAF}" type="pres">
      <dgm:prSet presAssocID="{6A50B7A7-D46D-4629-85BA-13791A8B3EAA}" presName="sibTrans" presStyleCnt="0"/>
      <dgm:spPr/>
    </dgm:pt>
    <dgm:pt modelId="{29634A21-7318-4719-B7D5-BC7E77185783}" type="pres">
      <dgm:prSet presAssocID="{75ACC254-5FDD-466A-8C8A-E68AA72788E1}" presName="compNode" presStyleCnt="0"/>
      <dgm:spPr/>
    </dgm:pt>
    <dgm:pt modelId="{405E9C02-DF3D-4ACE-86DE-C16C3485DD87}" type="pres">
      <dgm:prSet presAssocID="{75ACC254-5FDD-466A-8C8A-E68AA72788E1}" presName="bgRect" presStyleLbl="bgShp" presStyleIdx="2" presStyleCnt="4"/>
      <dgm:spPr/>
    </dgm:pt>
    <dgm:pt modelId="{8ECCC111-1393-48B9-9470-B8A8015C6AC8}" type="pres">
      <dgm:prSet presAssocID="{75ACC254-5FDD-466A-8C8A-E68AA72788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254DF0B9-A7CF-4923-B109-3A342238E61E}" type="pres">
      <dgm:prSet presAssocID="{75ACC254-5FDD-466A-8C8A-E68AA72788E1}" presName="spaceRect" presStyleCnt="0"/>
      <dgm:spPr/>
    </dgm:pt>
    <dgm:pt modelId="{E18A1BE8-8F9B-47A2-8BD4-F1F38C0ED403}" type="pres">
      <dgm:prSet presAssocID="{75ACC254-5FDD-466A-8C8A-E68AA72788E1}" presName="parTx" presStyleLbl="revTx" presStyleIdx="2" presStyleCnt="4">
        <dgm:presLayoutVars>
          <dgm:chMax val="0"/>
          <dgm:chPref val="0"/>
        </dgm:presLayoutVars>
      </dgm:prSet>
      <dgm:spPr/>
    </dgm:pt>
    <dgm:pt modelId="{3DAF0637-7B6B-4061-A920-610C25E1BB1F}" type="pres">
      <dgm:prSet presAssocID="{9FD04E34-2F49-41F2-A184-79D81AB8DCF9}" presName="sibTrans" presStyleCnt="0"/>
      <dgm:spPr/>
    </dgm:pt>
    <dgm:pt modelId="{A4A5C1C4-69E8-4589-81EB-40940DFF3E1D}" type="pres">
      <dgm:prSet presAssocID="{844B107F-BE0A-44FF-8578-1868A8ABC70E}" presName="compNode" presStyleCnt="0"/>
      <dgm:spPr/>
    </dgm:pt>
    <dgm:pt modelId="{DC57E0B9-5069-46E3-8DE8-1E2EAB726903}" type="pres">
      <dgm:prSet presAssocID="{844B107F-BE0A-44FF-8578-1868A8ABC70E}" presName="bgRect" presStyleLbl="bgShp" presStyleIdx="3" presStyleCnt="4"/>
      <dgm:spPr/>
    </dgm:pt>
    <dgm:pt modelId="{6350A51C-EBC1-4EC6-8B39-577957E97C84}" type="pres">
      <dgm:prSet presAssocID="{844B107F-BE0A-44FF-8578-1868A8ABC70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75FAF104-6725-49E2-92DD-2949E79BD4F1}" type="pres">
      <dgm:prSet presAssocID="{844B107F-BE0A-44FF-8578-1868A8ABC70E}" presName="spaceRect" presStyleCnt="0"/>
      <dgm:spPr/>
    </dgm:pt>
    <dgm:pt modelId="{08922B8F-D9CA-45DA-9141-198B476A7DCC}" type="pres">
      <dgm:prSet presAssocID="{844B107F-BE0A-44FF-8578-1868A8ABC70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9F02500-6F02-44D7-88CD-FFC17F8F88F8}" srcId="{DAF041E2-D43D-41FA-BD8B-0093B8B2C501}" destId="{B03D7DFF-9368-4BE7-A126-68F0F2F3EE62}" srcOrd="0" destOrd="0" parTransId="{A5F99126-6A86-47FE-8054-74435A2A1438}" sibTransId="{7EDEE9A5-CCAB-4D92-8E64-D8F4CA59F0D1}"/>
    <dgm:cxn modelId="{16414319-AAB2-4C91-B46B-E925C721AE82}" type="presOf" srcId="{E44E84EE-A9D5-43CD-AF7E-68BBDF634EDE}" destId="{4358E552-CCCC-463B-99E7-008F50BC4BA5}" srcOrd="0" destOrd="0" presId="urn:microsoft.com/office/officeart/2018/2/layout/IconVerticalSolidList"/>
    <dgm:cxn modelId="{A0B19D1C-B587-4CFF-8E1B-D3F5FDCA3960}" type="presOf" srcId="{DAF041E2-D43D-41FA-BD8B-0093B8B2C501}" destId="{979E45EA-2A58-4BB0-850B-03E7870D6AE1}" srcOrd="0" destOrd="0" presId="urn:microsoft.com/office/officeart/2018/2/layout/IconVerticalSolidList"/>
    <dgm:cxn modelId="{95A06F31-C2F8-49D3-8DE0-6F3CEF9956DF}" type="presOf" srcId="{B03D7DFF-9368-4BE7-A126-68F0F2F3EE62}" destId="{1D460AC2-E58C-4AC2-B42F-7C7EE56979D2}" srcOrd="0" destOrd="0" presId="urn:microsoft.com/office/officeart/2018/2/layout/IconVerticalSolidList"/>
    <dgm:cxn modelId="{547B428E-440C-4A53-B9A0-50D22F89D087}" srcId="{DAF041E2-D43D-41FA-BD8B-0093B8B2C501}" destId="{E44E84EE-A9D5-43CD-AF7E-68BBDF634EDE}" srcOrd="1" destOrd="0" parTransId="{3BEBC000-7ACF-4764-90A4-5FDC1FA64B41}" sibTransId="{6A50B7A7-D46D-4629-85BA-13791A8B3EAA}"/>
    <dgm:cxn modelId="{332DE999-2440-4E0F-9DD2-FF1156E8C117}" srcId="{DAF041E2-D43D-41FA-BD8B-0093B8B2C501}" destId="{75ACC254-5FDD-466A-8C8A-E68AA72788E1}" srcOrd="2" destOrd="0" parTransId="{D5439C30-D5D4-423C-938C-508858F69EF2}" sibTransId="{9FD04E34-2F49-41F2-A184-79D81AB8DCF9}"/>
    <dgm:cxn modelId="{6514CFAC-7089-4AEC-854D-CC7C562483C1}" type="presOf" srcId="{75ACC254-5FDD-466A-8C8A-E68AA72788E1}" destId="{E18A1BE8-8F9B-47A2-8BD4-F1F38C0ED403}" srcOrd="0" destOrd="0" presId="urn:microsoft.com/office/officeart/2018/2/layout/IconVerticalSolidList"/>
    <dgm:cxn modelId="{8D6C35BB-0E6D-4B6D-8E5D-940AFC93B26F}" srcId="{DAF041E2-D43D-41FA-BD8B-0093B8B2C501}" destId="{844B107F-BE0A-44FF-8578-1868A8ABC70E}" srcOrd="3" destOrd="0" parTransId="{B9DFF385-89E1-423A-A018-A5AB4B5486A8}" sibTransId="{7A654654-2D67-49FF-89F7-C967D3B6F944}"/>
    <dgm:cxn modelId="{BE2384C0-0C3E-465E-B508-BF0E84436FF8}" type="presOf" srcId="{844B107F-BE0A-44FF-8578-1868A8ABC70E}" destId="{08922B8F-D9CA-45DA-9141-198B476A7DCC}" srcOrd="0" destOrd="0" presId="urn:microsoft.com/office/officeart/2018/2/layout/IconVerticalSolidList"/>
    <dgm:cxn modelId="{7BAB85E4-DE2B-4070-8158-5F96DDF831EE}" type="presParOf" srcId="{979E45EA-2A58-4BB0-850B-03E7870D6AE1}" destId="{F0CDD410-57D4-4517-A781-918756C493FB}" srcOrd="0" destOrd="0" presId="urn:microsoft.com/office/officeart/2018/2/layout/IconVerticalSolidList"/>
    <dgm:cxn modelId="{969D686C-B92D-40C6-A856-7F06FD4D4019}" type="presParOf" srcId="{F0CDD410-57D4-4517-A781-918756C493FB}" destId="{53D2085C-8013-4A83-8506-E738B339490F}" srcOrd="0" destOrd="0" presId="urn:microsoft.com/office/officeart/2018/2/layout/IconVerticalSolidList"/>
    <dgm:cxn modelId="{1B7C286F-BB46-418C-8488-61F636127B34}" type="presParOf" srcId="{F0CDD410-57D4-4517-A781-918756C493FB}" destId="{A4A99E80-2EAA-4D51-9F48-1D7E11B8B3BB}" srcOrd="1" destOrd="0" presId="urn:microsoft.com/office/officeart/2018/2/layout/IconVerticalSolidList"/>
    <dgm:cxn modelId="{A9E14D1A-3294-40FB-BB2A-9D29BC342443}" type="presParOf" srcId="{F0CDD410-57D4-4517-A781-918756C493FB}" destId="{9842FCED-30BC-4242-8E89-A21C57252AE1}" srcOrd="2" destOrd="0" presId="urn:microsoft.com/office/officeart/2018/2/layout/IconVerticalSolidList"/>
    <dgm:cxn modelId="{00040E5A-52EE-4666-AD9D-10DA8524E6C5}" type="presParOf" srcId="{F0CDD410-57D4-4517-A781-918756C493FB}" destId="{1D460AC2-E58C-4AC2-B42F-7C7EE56979D2}" srcOrd="3" destOrd="0" presId="urn:microsoft.com/office/officeart/2018/2/layout/IconVerticalSolidList"/>
    <dgm:cxn modelId="{F108DBE2-7C0B-464C-B51C-464C5B4F28F8}" type="presParOf" srcId="{979E45EA-2A58-4BB0-850B-03E7870D6AE1}" destId="{BE73D358-D07F-4D6F-85CB-31199BD67BA5}" srcOrd="1" destOrd="0" presId="urn:microsoft.com/office/officeart/2018/2/layout/IconVerticalSolidList"/>
    <dgm:cxn modelId="{96227FF8-659F-4A90-9EBB-7EEE91D40A30}" type="presParOf" srcId="{979E45EA-2A58-4BB0-850B-03E7870D6AE1}" destId="{9749DF5F-AC6D-4734-9111-46E961214BE9}" srcOrd="2" destOrd="0" presId="urn:microsoft.com/office/officeart/2018/2/layout/IconVerticalSolidList"/>
    <dgm:cxn modelId="{6C869D18-30F2-488A-B8CD-EC5DC604A9CE}" type="presParOf" srcId="{9749DF5F-AC6D-4734-9111-46E961214BE9}" destId="{677C7484-D90E-4F8D-AE46-5DD8B49C9BAC}" srcOrd="0" destOrd="0" presId="urn:microsoft.com/office/officeart/2018/2/layout/IconVerticalSolidList"/>
    <dgm:cxn modelId="{87614869-A78B-4224-BD75-090FB59052A8}" type="presParOf" srcId="{9749DF5F-AC6D-4734-9111-46E961214BE9}" destId="{7D3F09B8-6B62-40EE-AB0D-3BF1FB830B5B}" srcOrd="1" destOrd="0" presId="urn:microsoft.com/office/officeart/2018/2/layout/IconVerticalSolidList"/>
    <dgm:cxn modelId="{EF9AB19D-8EC9-4161-A7AF-D2D77549456F}" type="presParOf" srcId="{9749DF5F-AC6D-4734-9111-46E961214BE9}" destId="{CEDE6C9A-6CE9-46FB-B450-F6EAE87DD3BC}" srcOrd="2" destOrd="0" presId="urn:microsoft.com/office/officeart/2018/2/layout/IconVerticalSolidList"/>
    <dgm:cxn modelId="{CF0EA177-0AD7-4FFE-AA1C-4B151ED72AD4}" type="presParOf" srcId="{9749DF5F-AC6D-4734-9111-46E961214BE9}" destId="{4358E552-CCCC-463B-99E7-008F50BC4BA5}" srcOrd="3" destOrd="0" presId="urn:microsoft.com/office/officeart/2018/2/layout/IconVerticalSolidList"/>
    <dgm:cxn modelId="{83B39D3F-0B16-4EA7-AF95-A93CC033E2E7}" type="presParOf" srcId="{979E45EA-2A58-4BB0-850B-03E7870D6AE1}" destId="{8A7904D9-7160-4594-81F4-11C3F10F8EAF}" srcOrd="3" destOrd="0" presId="urn:microsoft.com/office/officeart/2018/2/layout/IconVerticalSolidList"/>
    <dgm:cxn modelId="{A29BF74D-51BA-4D87-A7F6-34636E22E210}" type="presParOf" srcId="{979E45EA-2A58-4BB0-850B-03E7870D6AE1}" destId="{29634A21-7318-4719-B7D5-BC7E77185783}" srcOrd="4" destOrd="0" presId="urn:microsoft.com/office/officeart/2018/2/layout/IconVerticalSolidList"/>
    <dgm:cxn modelId="{12364014-00E9-4607-B903-A69681E3191E}" type="presParOf" srcId="{29634A21-7318-4719-B7D5-BC7E77185783}" destId="{405E9C02-DF3D-4ACE-86DE-C16C3485DD87}" srcOrd="0" destOrd="0" presId="urn:microsoft.com/office/officeart/2018/2/layout/IconVerticalSolidList"/>
    <dgm:cxn modelId="{16994A86-AC9C-4F39-87A5-409CAACCE3DB}" type="presParOf" srcId="{29634A21-7318-4719-B7D5-BC7E77185783}" destId="{8ECCC111-1393-48B9-9470-B8A8015C6AC8}" srcOrd="1" destOrd="0" presId="urn:microsoft.com/office/officeart/2018/2/layout/IconVerticalSolidList"/>
    <dgm:cxn modelId="{5AC65C30-9F53-40D7-A885-4241FC3828A5}" type="presParOf" srcId="{29634A21-7318-4719-B7D5-BC7E77185783}" destId="{254DF0B9-A7CF-4923-B109-3A342238E61E}" srcOrd="2" destOrd="0" presId="urn:microsoft.com/office/officeart/2018/2/layout/IconVerticalSolidList"/>
    <dgm:cxn modelId="{89684994-E29C-4A84-A581-A126CADB04BB}" type="presParOf" srcId="{29634A21-7318-4719-B7D5-BC7E77185783}" destId="{E18A1BE8-8F9B-47A2-8BD4-F1F38C0ED403}" srcOrd="3" destOrd="0" presId="urn:microsoft.com/office/officeart/2018/2/layout/IconVerticalSolidList"/>
    <dgm:cxn modelId="{0B4E43DD-C87B-4384-BC80-9E2267AF4F5D}" type="presParOf" srcId="{979E45EA-2A58-4BB0-850B-03E7870D6AE1}" destId="{3DAF0637-7B6B-4061-A920-610C25E1BB1F}" srcOrd="5" destOrd="0" presId="urn:microsoft.com/office/officeart/2018/2/layout/IconVerticalSolidList"/>
    <dgm:cxn modelId="{F5D4F95D-68C9-4865-A9B4-06BBCD3F34E6}" type="presParOf" srcId="{979E45EA-2A58-4BB0-850B-03E7870D6AE1}" destId="{A4A5C1C4-69E8-4589-81EB-40940DFF3E1D}" srcOrd="6" destOrd="0" presId="urn:microsoft.com/office/officeart/2018/2/layout/IconVerticalSolidList"/>
    <dgm:cxn modelId="{A3085E81-A069-4314-809C-7B11C193549B}" type="presParOf" srcId="{A4A5C1C4-69E8-4589-81EB-40940DFF3E1D}" destId="{DC57E0B9-5069-46E3-8DE8-1E2EAB726903}" srcOrd="0" destOrd="0" presId="urn:microsoft.com/office/officeart/2018/2/layout/IconVerticalSolidList"/>
    <dgm:cxn modelId="{22C66101-6616-4B44-B951-8A2C48E1A14A}" type="presParOf" srcId="{A4A5C1C4-69E8-4589-81EB-40940DFF3E1D}" destId="{6350A51C-EBC1-4EC6-8B39-577957E97C84}" srcOrd="1" destOrd="0" presId="urn:microsoft.com/office/officeart/2018/2/layout/IconVerticalSolidList"/>
    <dgm:cxn modelId="{6B27E255-7E79-4D81-959D-40EE278E2082}" type="presParOf" srcId="{A4A5C1C4-69E8-4589-81EB-40940DFF3E1D}" destId="{75FAF104-6725-49E2-92DD-2949E79BD4F1}" srcOrd="2" destOrd="0" presId="urn:microsoft.com/office/officeart/2018/2/layout/IconVerticalSolidList"/>
    <dgm:cxn modelId="{D1F38817-CBD8-46F2-AAF2-0354DEDF0724}" type="presParOf" srcId="{A4A5C1C4-69E8-4589-81EB-40940DFF3E1D}" destId="{08922B8F-D9CA-45DA-9141-198B476A7D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647D52F-5026-4FB9-84C2-2E2367B7D44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2BA5C0-8684-41E8-9274-B5E3A18F4231}">
      <dgm:prSet/>
      <dgm:spPr/>
      <dgm:t>
        <a:bodyPr/>
        <a:lstStyle/>
        <a:p>
          <a:r>
            <a:rPr lang="en-US" b="0" i="0" baseline="0" dirty="0"/>
            <a:t>All meals displayed with images</a:t>
          </a:r>
          <a:endParaRPr lang="en-US" dirty="0"/>
        </a:p>
      </dgm:t>
    </dgm:pt>
    <dgm:pt modelId="{ECFCB045-A80C-4969-8C42-4F9309FEE408}" type="parTrans" cxnId="{318A4802-749F-47E5-A01F-1F7B7CA7AFFC}">
      <dgm:prSet/>
      <dgm:spPr/>
      <dgm:t>
        <a:bodyPr/>
        <a:lstStyle/>
        <a:p>
          <a:endParaRPr lang="en-US"/>
        </a:p>
      </dgm:t>
    </dgm:pt>
    <dgm:pt modelId="{44CCD987-14AB-4E8E-BAB4-7E05A7F78F3A}" type="sibTrans" cxnId="{318A4802-749F-47E5-A01F-1F7B7CA7AFFC}">
      <dgm:prSet/>
      <dgm:spPr/>
      <dgm:t>
        <a:bodyPr/>
        <a:lstStyle/>
        <a:p>
          <a:endParaRPr lang="en-US"/>
        </a:p>
      </dgm:t>
    </dgm:pt>
    <dgm:pt modelId="{78B8E213-6E46-4927-83C7-E2B601E7C9CB}">
      <dgm:prSet/>
      <dgm:spPr/>
      <dgm:t>
        <a:bodyPr/>
        <a:lstStyle/>
        <a:p>
          <a:r>
            <a:rPr lang="en-US" b="0" i="0" baseline="0"/>
            <a:t>Tap any meal to view its performance</a:t>
          </a:r>
          <a:endParaRPr lang="en-US"/>
        </a:p>
      </dgm:t>
    </dgm:pt>
    <dgm:pt modelId="{F1CF9CBF-1D39-4D0C-A941-6C5B56031F0B}" type="parTrans" cxnId="{E637FB89-7347-4C77-B8AD-2DF38DBACD5E}">
      <dgm:prSet/>
      <dgm:spPr/>
      <dgm:t>
        <a:bodyPr/>
        <a:lstStyle/>
        <a:p>
          <a:endParaRPr lang="en-US"/>
        </a:p>
      </dgm:t>
    </dgm:pt>
    <dgm:pt modelId="{43373AE2-BB8F-43CF-95C5-7DC8EC790C3E}" type="sibTrans" cxnId="{E637FB89-7347-4C77-B8AD-2DF38DBACD5E}">
      <dgm:prSet/>
      <dgm:spPr/>
      <dgm:t>
        <a:bodyPr/>
        <a:lstStyle/>
        <a:p>
          <a:endParaRPr lang="en-US"/>
        </a:p>
      </dgm:t>
    </dgm:pt>
    <dgm:pt modelId="{5A72D28F-D51A-4B18-929B-AE8F36E5038E}" type="pres">
      <dgm:prSet presAssocID="{4647D52F-5026-4FB9-84C2-2E2367B7D44D}" presName="linear" presStyleCnt="0">
        <dgm:presLayoutVars>
          <dgm:animLvl val="lvl"/>
          <dgm:resizeHandles val="exact"/>
        </dgm:presLayoutVars>
      </dgm:prSet>
      <dgm:spPr/>
    </dgm:pt>
    <dgm:pt modelId="{AF2D8EB4-C753-4E3A-B4BF-924E68D12300}" type="pres">
      <dgm:prSet presAssocID="{E92BA5C0-8684-41E8-9274-B5E3A18F423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D189588-BEBA-409D-B0EA-FAED8A69C3AE}" type="pres">
      <dgm:prSet presAssocID="{44CCD987-14AB-4E8E-BAB4-7E05A7F78F3A}" presName="spacer" presStyleCnt="0"/>
      <dgm:spPr/>
    </dgm:pt>
    <dgm:pt modelId="{C9092BDC-1300-4619-A959-57007092030D}" type="pres">
      <dgm:prSet presAssocID="{78B8E213-6E46-4927-83C7-E2B601E7C9C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8A4802-749F-47E5-A01F-1F7B7CA7AFFC}" srcId="{4647D52F-5026-4FB9-84C2-2E2367B7D44D}" destId="{E92BA5C0-8684-41E8-9274-B5E3A18F4231}" srcOrd="0" destOrd="0" parTransId="{ECFCB045-A80C-4969-8C42-4F9309FEE408}" sibTransId="{44CCD987-14AB-4E8E-BAB4-7E05A7F78F3A}"/>
    <dgm:cxn modelId="{21987766-FC7F-4F86-BB2E-5E756A8078E1}" type="presOf" srcId="{78B8E213-6E46-4927-83C7-E2B601E7C9CB}" destId="{C9092BDC-1300-4619-A959-57007092030D}" srcOrd="0" destOrd="0" presId="urn:microsoft.com/office/officeart/2005/8/layout/vList2"/>
    <dgm:cxn modelId="{4C06DA57-D463-4977-9469-23F3D454074D}" type="presOf" srcId="{E92BA5C0-8684-41E8-9274-B5E3A18F4231}" destId="{AF2D8EB4-C753-4E3A-B4BF-924E68D12300}" srcOrd="0" destOrd="0" presId="urn:microsoft.com/office/officeart/2005/8/layout/vList2"/>
    <dgm:cxn modelId="{E637FB89-7347-4C77-B8AD-2DF38DBACD5E}" srcId="{4647D52F-5026-4FB9-84C2-2E2367B7D44D}" destId="{78B8E213-6E46-4927-83C7-E2B601E7C9CB}" srcOrd="1" destOrd="0" parTransId="{F1CF9CBF-1D39-4D0C-A941-6C5B56031F0B}" sibTransId="{43373AE2-BB8F-43CF-95C5-7DC8EC790C3E}"/>
    <dgm:cxn modelId="{DACCFF96-EF54-481F-888A-8BDB9B19C619}" type="presOf" srcId="{4647D52F-5026-4FB9-84C2-2E2367B7D44D}" destId="{5A72D28F-D51A-4B18-929B-AE8F36E5038E}" srcOrd="0" destOrd="0" presId="urn:microsoft.com/office/officeart/2005/8/layout/vList2"/>
    <dgm:cxn modelId="{3BE645C2-2462-4BBE-85C6-22904F2FD3E0}" type="presParOf" srcId="{5A72D28F-D51A-4B18-929B-AE8F36E5038E}" destId="{AF2D8EB4-C753-4E3A-B4BF-924E68D12300}" srcOrd="0" destOrd="0" presId="urn:microsoft.com/office/officeart/2005/8/layout/vList2"/>
    <dgm:cxn modelId="{73275F12-0663-466F-AB87-62447D8C8B4E}" type="presParOf" srcId="{5A72D28F-D51A-4B18-929B-AE8F36E5038E}" destId="{1D189588-BEBA-409D-B0EA-FAED8A69C3AE}" srcOrd="1" destOrd="0" presId="urn:microsoft.com/office/officeart/2005/8/layout/vList2"/>
    <dgm:cxn modelId="{5BB8E0A4-32CF-4DB2-A36D-2D33422A717D}" type="presParOf" srcId="{5A72D28F-D51A-4B18-929B-AE8F36E5038E}" destId="{C9092BDC-1300-4619-A959-57007092030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9DB5439-1F35-46F6-BA80-99DDE16BCB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758443-4065-4A9D-9252-CDC384DB6015}">
      <dgm:prSet/>
      <dgm:spPr/>
      <dgm:t>
        <a:bodyPr/>
        <a:lstStyle/>
        <a:p>
          <a:r>
            <a:rPr lang="en-US" b="0" i="0" baseline="0" dirty="0"/>
            <a:t>Overall score</a:t>
          </a:r>
          <a:endParaRPr lang="en-US" dirty="0"/>
        </a:p>
      </dgm:t>
    </dgm:pt>
    <dgm:pt modelId="{A5299AE2-B64E-416A-A200-CC34E442948C}" type="parTrans" cxnId="{ABAFE35A-E2F2-4403-B214-8F1B733994EC}">
      <dgm:prSet/>
      <dgm:spPr/>
      <dgm:t>
        <a:bodyPr/>
        <a:lstStyle/>
        <a:p>
          <a:endParaRPr lang="en-US"/>
        </a:p>
      </dgm:t>
    </dgm:pt>
    <dgm:pt modelId="{906AD0C9-7399-480B-9100-FCBB4103E96D}" type="sibTrans" cxnId="{ABAFE35A-E2F2-4403-B214-8F1B733994EC}">
      <dgm:prSet/>
      <dgm:spPr/>
      <dgm:t>
        <a:bodyPr/>
        <a:lstStyle/>
        <a:p>
          <a:endParaRPr lang="en-US"/>
        </a:p>
      </dgm:t>
    </dgm:pt>
    <dgm:pt modelId="{241370BD-6597-48D5-876B-99BFFBC4DA4E}">
      <dgm:prSet/>
      <dgm:spPr/>
      <dgm:t>
        <a:bodyPr/>
        <a:lstStyle/>
        <a:p>
          <a:r>
            <a:rPr lang="en-US" b="0" i="0" baseline="0"/>
            <a:t>Food/Service/Experience averages</a:t>
          </a:r>
          <a:endParaRPr lang="en-US"/>
        </a:p>
      </dgm:t>
    </dgm:pt>
    <dgm:pt modelId="{B07D93BE-D546-49C6-96DE-093C4758D16C}" type="parTrans" cxnId="{4B465DC4-5BEC-4B35-8C0E-0A1A1792FC04}">
      <dgm:prSet/>
      <dgm:spPr/>
      <dgm:t>
        <a:bodyPr/>
        <a:lstStyle/>
        <a:p>
          <a:endParaRPr lang="en-US"/>
        </a:p>
      </dgm:t>
    </dgm:pt>
    <dgm:pt modelId="{C75EFFF4-1B98-47DC-BA2C-A02D8D9735DE}" type="sibTrans" cxnId="{4B465DC4-5BEC-4B35-8C0E-0A1A1792FC04}">
      <dgm:prSet/>
      <dgm:spPr/>
      <dgm:t>
        <a:bodyPr/>
        <a:lstStyle/>
        <a:p>
          <a:endParaRPr lang="en-US"/>
        </a:p>
      </dgm:t>
    </dgm:pt>
    <dgm:pt modelId="{1814001C-4E23-463E-B73D-07AB71148F48}">
      <dgm:prSet/>
      <dgm:spPr/>
      <dgm:t>
        <a:bodyPr/>
        <a:lstStyle/>
        <a:p>
          <a:r>
            <a:rPr lang="en-US" b="0" i="0" baseline="0"/>
            <a:t>Rating distribution (1–5 stars)</a:t>
          </a:r>
          <a:endParaRPr lang="en-US"/>
        </a:p>
      </dgm:t>
    </dgm:pt>
    <dgm:pt modelId="{51FAD9A1-7FF1-4145-8718-8729695BA612}" type="parTrans" cxnId="{654A0623-1831-4CE4-8FFC-243994E2625E}">
      <dgm:prSet/>
      <dgm:spPr/>
      <dgm:t>
        <a:bodyPr/>
        <a:lstStyle/>
        <a:p>
          <a:endParaRPr lang="en-US"/>
        </a:p>
      </dgm:t>
    </dgm:pt>
    <dgm:pt modelId="{A1778440-6332-47F6-BAC7-9DD941110DB8}" type="sibTrans" cxnId="{654A0623-1831-4CE4-8FFC-243994E2625E}">
      <dgm:prSet/>
      <dgm:spPr/>
      <dgm:t>
        <a:bodyPr/>
        <a:lstStyle/>
        <a:p>
          <a:endParaRPr lang="en-US"/>
        </a:p>
      </dgm:t>
    </dgm:pt>
    <dgm:pt modelId="{02F90E30-0750-4716-8BEB-F98EC0A4F64B}">
      <dgm:prSet/>
      <dgm:spPr/>
      <dgm:t>
        <a:bodyPr/>
        <a:lstStyle/>
        <a:p>
          <a:r>
            <a:rPr lang="en-US" b="0" i="0" baseline="0"/>
            <a:t>Recommendation percentage</a:t>
          </a:r>
          <a:endParaRPr lang="en-US"/>
        </a:p>
      </dgm:t>
    </dgm:pt>
    <dgm:pt modelId="{45E7B38E-A3D3-4EA9-B56B-E9444B97713C}" type="parTrans" cxnId="{E5A50451-4E29-4E79-932F-791331408592}">
      <dgm:prSet/>
      <dgm:spPr/>
      <dgm:t>
        <a:bodyPr/>
        <a:lstStyle/>
        <a:p>
          <a:endParaRPr lang="en-US"/>
        </a:p>
      </dgm:t>
    </dgm:pt>
    <dgm:pt modelId="{1345B8F5-2629-4F78-8411-CB0809458B53}" type="sibTrans" cxnId="{E5A50451-4E29-4E79-932F-791331408592}">
      <dgm:prSet/>
      <dgm:spPr/>
      <dgm:t>
        <a:bodyPr/>
        <a:lstStyle/>
        <a:p>
          <a:endParaRPr lang="en-US"/>
        </a:p>
      </dgm:t>
    </dgm:pt>
    <dgm:pt modelId="{0BBE0FA1-2187-4478-BA2F-72F61B9EF4FE}">
      <dgm:prSet/>
      <dgm:spPr/>
      <dgm:t>
        <a:bodyPr/>
        <a:lstStyle/>
        <a:p>
          <a:r>
            <a:rPr lang="en-US" b="0" i="0" baseline="0"/>
            <a:t>“Excellent / Good / Needs Improvement” indicator</a:t>
          </a:r>
          <a:endParaRPr lang="en-US"/>
        </a:p>
      </dgm:t>
    </dgm:pt>
    <dgm:pt modelId="{138C3954-4D5B-44A4-8B88-A5D16360E891}" type="parTrans" cxnId="{AAF5E305-C300-429B-8D13-8CD289A384E9}">
      <dgm:prSet/>
      <dgm:spPr/>
      <dgm:t>
        <a:bodyPr/>
        <a:lstStyle/>
        <a:p>
          <a:endParaRPr lang="en-US"/>
        </a:p>
      </dgm:t>
    </dgm:pt>
    <dgm:pt modelId="{CA37485E-A4A7-4D0A-A1FB-F584CEB0CB7B}" type="sibTrans" cxnId="{AAF5E305-C300-429B-8D13-8CD289A384E9}">
      <dgm:prSet/>
      <dgm:spPr/>
      <dgm:t>
        <a:bodyPr/>
        <a:lstStyle/>
        <a:p>
          <a:endParaRPr lang="en-US"/>
        </a:p>
      </dgm:t>
    </dgm:pt>
    <dgm:pt modelId="{39635873-0161-41A0-99A1-AA89D354579A}" type="pres">
      <dgm:prSet presAssocID="{69DB5439-1F35-46F6-BA80-99DDE16BCB6B}" presName="linear" presStyleCnt="0">
        <dgm:presLayoutVars>
          <dgm:animLvl val="lvl"/>
          <dgm:resizeHandles val="exact"/>
        </dgm:presLayoutVars>
      </dgm:prSet>
      <dgm:spPr/>
    </dgm:pt>
    <dgm:pt modelId="{25412736-7442-4BDE-93D4-C789CAA4D350}" type="pres">
      <dgm:prSet presAssocID="{21758443-4065-4A9D-9252-CDC384DB601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49C85A1-965F-41AF-9E39-688603559A88}" type="pres">
      <dgm:prSet presAssocID="{906AD0C9-7399-480B-9100-FCBB4103E96D}" presName="spacer" presStyleCnt="0"/>
      <dgm:spPr/>
    </dgm:pt>
    <dgm:pt modelId="{DDF6A3E2-71E0-404F-985A-E802D461C345}" type="pres">
      <dgm:prSet presAssocID="{241370BD-6597-48D5-876B-99BFFBC4DA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D832BD6-FCA4-430F-9009-5807A4283493}" type="pres">
      <dgm:prSet presAssocID="{C75EFFF4-1B98-47DC-BA2C-A02D8D9735DE}" presName="spacer" presStyleCnt="0"/>
      <dgm:spPr/>
    </dgm:pt>
    <dgm:pt modelId="{4726FD72-D828-4754-B3DE-C6A45DFD9C28}" type="pres">
      <dgm:prSet presAssocID="{1814001C-4E23-463E-B73D-07AB71148F4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82E4D57-9696-4835-833D-5EADE08D786C}" type="pres">
      <dgm:prSet presAssocID="{A1778440-6332-47F6-BAC7-9DD941110DB8}" presName="spacer" presStyleCnt="0"/>
      <dgm:spPr/>
    </dgm:pt>
    <dgm:pt modelId="{8F298417-2242-4D63-991E-E621BF59EB72}" type="pres">
      <dgm:prSet presAssocID="{02F90E30-0750-4716-8BEB-F98EC0A4F64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0F3F7D9-1462-4C21-973A-4705216836F3}" type="pres">
      <dgm:prSet presAssocID="{1345B8F5-2629-4F78-8411-CB0809458B53}" presName="spacer" presStyleCnt="0"/>
      <dgm:spPr/>
    </dgm:pt>
    <dgm:pt modelId="{31CD5786-3682-44F3-A452-F40DCFE35F5E}" type="pres">
      <dgm:prSet presAssocID="{0BBE0FA1-2187-4478-BA2F-72F61B9EF4F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42E5F05-D7F1-42E2-97F8-2F560E157855}" type="presOf" srcId="{21758443-4065-4A9D-9252-CDC384DB6015}" destId="{25412736-7442-4BDE-93D4-C789CAA4D350}" srcOrd="0" destOrd="0" presId="urn:microsoft.com/office/officeart/2005/8/layout/vList2"/>
    <dgm:cxn modelId="{AAF5E305-C300-429B-8D13-8CD289A384E9}" srcId="{69DB5439-1F35-46F6-BA80-99DDE16BCB6B}" destId="{0BBE0FA1-2187-4478-BA2F-72F61B9EF4FE}" srcOrd="4" destOrd="0" parTransId="{138C3954-4D5B-44A4-8B88-A5D16360E891}" sibTransId="{CA37485E-A4A7-4D0A-A1FB-F584CEB0CB7B}"/>
    <dgm:cxn modelId="{170B0E13-395E-49D1-AFA8-08957E7CF397}" type="presOf" srcId="{241370BD-6597-48D5-876B-99BFFBC4DA4E}" destId="{DDF6A3E2-71E0-404F-985A-E802D461C345}" srcOrd="0" destOrd="0" presId="urn:microsoft.com/office/officeart/2005/8/layout/vList2"/>
    <dgm:cxn modelId="{654A0623-1831-4CE4-8FFC-243994E2625E}" srcId="{69DB5439-1F35-46F6-BA80-99DDE16BCB6B}" destId="{1814001C-4E23-463E-B73D-07AB71148F48}" srcOrd="2" destOrd="0" parTransId="{51FAD9A1-7FF1-4145-8718-8729695BA612}" sibTransId="{A1778440-6332-47F6-BAC7-9DD941110DB8}"/>
    <dgm:cxn modelId="{398AE63E-1E54-4DE4-BFCB-1D52E3A995C7}" type="presOf" srcId="{02F90E30-0750-4716-8BEB-F98EC0A4F64B}" destId="{8F298417-2242-4D63-991E-E621BF59EB72}" srcOrd="0" destOrd="0" presId="urn:microsoft.com/office/officeart/2005/8/layout/vList2"/>
    <dgm:cxn modelId="{E5A50451-4E29-4E79-932F-791331408592}" srcId="{69DB5439-1F35-46F6-BA80-99DDE16BCB6B}" destId="{02F90E30-0750-4716-8BEB-F98EC0A4F64B}" srcOrd="3" destOrd="0" parTransId="{45E7B38E-A3D3-4EA9-B56B-E9444B97713C}" sibTransId="{1345B8F5-2629-4F78-8411-CB0809458B53}"/>
    <dgm:cxn modelId="{ABAFE35A-E2F2-4403-B214-8F1B733994EC}" srcId="{69DB5439-1F35-46F6-BA80-99DDE16BCB6B}" destId="{21758443-4065-4A9D-9252-CDC384DB6015}" srcOrd="0" destOrd="0" parTransId="{A5299AE2-B64E-416A-A200-CC34E442948C}" sibTransId="{906AD0C9-7399-480B-9100-FCBB4103E96D}"/>
    <dgm:cxn modelId="{A061719E-E9BD-426F-88FE-F66F785588BC}" type="presOf" srcId="{69DB5439-1F35-46F6-BA80-99DDE16BCB6B}" destId="{39635873-0161-41A0-99A1-AA89D354579A}" srcOrd="0" destOrd="0" presId="urn:microsoft.com/office/officeart/2005/8/layout/vList2"/>
    <dgm:cxn modelId="{06E480B3-C30D-4898-9791-F00CBE48277E}" type="presOf" srcId="{1814001C-4E23-463E-B73D-07AB71148F48}" destId="{4726FD72-D828-4754-B3DE-C6A45DFD9C28}" srcOrd="0" destOrd="0" presId="urn:microsoft.com/office/officeart/2005/8/layout/vList2"/>
    <dgm:cxn modelId="{4B465DC4-5BEC-4B35-8C0E-0A1A1792FC04}" srcId="{69DB5439-1F35-46F6-BA80-99DDE16BCB6B}" destId="{241370BD-6597-48D5-876B-99BFFBC4DA4E}" srcOrd="1" destOrd="0" parTransId="{B07D93BE-D546-49C6-96DE-093C4758D16C}" sibTransId="{C75EFFF4-1B98-47DC-BA2C-A02D8D9735DE}"/>
    <dgm:cxn modelId="{F866A2F5-E1AF-4512-BD3B-1112A634966C}" type="presOf" srcId="{0BBE0FA1-2187-4478-BA2F-72F61B9EF4FE}" destId="{31CD5786-3682-44F3-A452-F40DCFE35F5E}" srcOrd="0" destOrd="0" presId="urn:microsoft.com/office/officeart/2005/8/layout/vList2"/>
    <dgm:cxn modelId="{3FD5338B-DFB1-4DBF-803E-A421620EFD9D}" type="presParOf" srcId="{39635873-0161-41A0-99A1-AA89D354579A}" destId="{25412736-7442-4BDE-93D4-C789CAA4D350}" srcOrd="0" destOrd="0" presId="urn:microsoft.com/office/officeart/2005/8/layout/vList2"/>
    <dgm:cxn modelId="{8E8B0A60-B17F-4AF4-91D9-EA40B7478EEE}" type="presParOf" srcId="{39635873-0161-41A0-99A1-AA89D354579A}" destId="{E49C85A1-965F-41AF-9E39-688603559A88}" srcOrd="1" destOrd="0" presId="urn:microsoft.com/office/officeart/2005/8/layout/vList2"/>
    <dgm:cxn modelId="{C8CF809E-EE53-4328-A84D-4EB3BD7A5C7F}" type="presParOf" srcId="{39635873-0161-41A0-99A1-AA89D354579A}" destId="{DDF6A3E2-71E0-404F-985A-E802D461C345}" srcOrd="2" destOrd="0" presId="urn:microsoft.com/office/officeart/2005/8/layout/vList2"/>
    <dgm:cxn modelId="{1D76B97C-B8B5-404A-BB3A-E8474969496A}" type="presParOf" srcId="{39635873-0161-41A0-99A1-AA89D354579A}" destId="{0D832BD6-FCA4-430F-9009-5807A4283493}" srcOrd="3" destOrd="0" presId="urn:microsoft.com/office/officeart/2005/8/layout/vList2"/>
    <dgm:cxn modelId="{2F2A2B25-A8DB-433D-B5EA-FA721CED4A3B}" type="presParOf" srcId="{39635873-0161-41A0-99A1-AA89D354579A}" destId="{4726FD72-D828-4754-B3DE-C6A45DFD9C28}" srcOrd="4" destOrd="0" presId="urn:microsoft.com/office/officeart/2005/8/layout/vList2"/>
    <dgm:cxn modelId="{BAD048FF-3BF2-431E-8A2F-6851EE273FD5}" type="presParOf" srcId="{39635873-0161-41A0-99A1-AA89D354579A}" destId="{682E4D57-9696-4835-833D-5EADE08D786C}" srcOrd="5" destOrd="0" presId="urn:microsoft.com/office/officeart/2005/8/layout/vList2"/>
    <dgm:cxn modelId="{7000969E-AD24-4B91-8233-C36705102794}" type="presParOf" srcId="{39635873-0161-41A0-99A1-AA89D354579A}" destId="{8F298417-2242-4D63-991E-E621BF59EB72}" srcOrd="6" destOrd="0" presId="urn:microsoft.com/office/officeart/2005/8/layout/vList2"/>
    <dgm:cxn modelId="{8A748013-D714-440F-BED1-EB7468D7BA46}" type="presParOf" srcId="{39635873-0161-41A0-99A1-AA89D354579A}" destId="{F0F3F7D9-1462-4C21-973A-4705216836F3}" srcOrd="7" destOrd="0" presId="urn:microsoft.com/office/officeart/2005/8/layout/vList2"/>
    <dgm:cxn modelId="{7D9DCB1B-217E-4B17-9B52-2064CF1AD49F}" type="presParOf" srcId="{39635873-0161-41A0-99A1-AA89D354579A}" destId="{31CD5786-3682-44F3-A452-F40DCFE35F5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755AB2D-8A96-44F3-8126-2039D04F5AF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16B7631-62DE-486C-A77F-96FA3F7F6770}">
      <dgm:prSet/>
      <dgm:spPr/>
      <dgm:t>
        <a:bodyPr/>
        <a:lstStyle/>
        <a:p>
          <a:pPr>
            <a:defRPr cap="all"/>
          </a:pPr>
          <a:r>
            <a:rPr lang="en-US" b="0" i="0" baseline="0"/>
            <a:t>Let us activate your restaurant today</a:t>
          </a:r>
          <a:endParaRPr lang="en-US"/>
        </a:p>
      </dgm:t>
    </dgm:pt>
    <dgm:pt modelId="{5E3BB148-C9EB-493D-B1C3-480A9EB28390}" type="parTrans" cxnId="{5A30E514-45F2-436D-98CF-D7FEA349AFFC}">
      <dgm:prSet/>
      <dgm:spPr/>
      <dgm:t>
        <a:bodyPr/>
        <a:lstStyle/>
        <a:p>
          <a:endParaRPr lang="en-US"/>
        </a:p>
      </dgm:t>
    </dgm:pt>
    <dgm:pt modelId="{5074F3C7-C84F-40D9-B518-B1B0EDDB4F59}" type="sibTrans" cxnId="{5A30E514-45F2-436D-98CF-D7FEA349AFFC}">
      <dgm:prSet/>
      <dgm:spPr/>
      <dgm:t>
        <a:bodyPr/>
        <a:lstStyle/>
        <a:p>
          <a:endParaRPr lang="en-US"/>
        </a:p>
      </dgm:t>
    </dgm:pt>
    <dgm:pt modelId="{EBFDF751-28F0-46C4-A446-4CCD3DE678CA}">
      <dgm:prSet/>
      <dgm:spPr/>
      <dgm:t>
        <a:bodyPr/>
        <a:lstStyle/>
        <a:p>
          <a:pPr>
            <a:defRPr cap="all"/>
          </a:pPr>
          <a:r>
            <a:rPr lang="en-US" b="0" i="0" baseline="0"/>
            <a:t>Simple onboarding</a:t>
          </a:r>
          <a:endParaRPr lang="en-US"/>
        </a:p>
      </dgm:t>
    </dgm:pt>
    <dgm:pt modelId="{6BCDBDAF-50E4-4B51-8A27-4411C3BCD41B}" type="parTrans" cxnId="{0F5272B3-7792-4367-83FA-E412635234C2}">
      <dgm:prSet/>
      <dgm:spPr/>
      <dgm:t>
        <a:bodyPr/>
        <a:lstStyle/>
        <a:p>
          <a:endParaRPr lang="en-US"/>
        </a:p>
      </dgm:t>
    </dgm:pt>
    <dgm:pt modelId="{BEC6FCA4-9A83-472E-AB93-6330C9EF75BD}" type="sibTrans" cxnId="{0F5272B3-7792-4367-83FA-E412635234C2}">
      <dgm:prSet/>
      <dgm:spPr/>
      <dgm:t>
        <a:bodyPr/>
        <a:lstStyle/>
        <a:p>
          <a:endParaRPr lang="en-US"/>
        </a:p>
      </dgm:t>
    </dgm:pt>
    <dgm:pt modelId="{88AEBBC4-1743-41AE-AA6E-ADE52464901E}">
      <dgm:prSet/>
      <dgm:spPr/>
      <dgm:t>
        <a:bodyPr/>
        <a:lstStyle/>
        <a:p>
          <a:pPr>
            <a:defRPr cap="all"/>
          </a:pPr>
          <a:r>
            <a:rPr lang="en-US" b="0" i="0" baseline="0"/>
            <a:t>Full support included</a:t>
          </a:r>
          <a:endParaRPr lang="en-US"/>
        </a:p>
      </dgm:t>
    </dgm:pt>
    <dgm:pt modelId="{A3234DBE-EC3E-49E1-A413-643507692236}" type="parTrans" cxnId="{7BCB0DFF-078F-42D1-A322-6C35F8C53010}">
      <dgm:prSet/>
      <dgm:spPr/>
      <dgm:t>
        <a:bodyPr/>
        <a:lstStyle/>
        <a:p>
          <a:endParaRPr lang="en-US"/>
        </a:p>
      </dgm:t>
    </dgm:pt>
    <dgm:pt modelId="{3285A6B6-1A02-48CF-89C2-9593B339DAFA}" type="sibTrans" cxnId="{7BCB0DFF-078F-42D1-A322-6C35F8C53010}">
      <dgm:prSet/>
      <dgm:spPr/>
      <dgm:t>
        <a:bodyPr/>
        <a:lstStyle/>
        <a:p>
          <a:endParaRPr lang="en-US"/>
        </a:p>
      </dgm:t>
    </dgm:pt>
    <dgm:pt modelId="{E260C728-8B1C-470D-9B90-74937A9EB4FA}" type="pres">
      <dgm:prSet presAssocID="{A755AB2D-8A96-44F3-8126-2039D04F5AF3}" presName="root" presStyleCnt="0">
        <dgm:presLayoutVars>
          <dgm:dir/>
          <dgm:resizeHandles val="exact"/>
        </dgm:presLayoutVars>
      </dgm:prSet>
      <dgm:spPr/>
    </dgm:pt>
    <dgm:pt modelId="{5A88E0FE-57B9-4E7D-B103-344167C2EA6D}" type="pres">
      <dgm:prSet presAssocID="{016B7631-62DE-486C-A77F-96FA3F7F6770}" presName="compNode" presStyleCnt="0"/>
      <dgm:spPr/>
    </dgm:pt>
    <dgm:pt modelId="{0800138C-D5E6-40FA-B265-02A673F78931}" type="pres">
      <dgm:prSet presAssocID="{016B7631-62DE-486C-A77F-96FA3F7F6770}" presName="iconBgRect" presStyleLbl="bgShp" presStyleIdx="0" presStyleCnt="3"/>
      <dgm:spPr/>
    </dgm:pt>
    <dgm:pt modelId="{00A4BC2F-1A95-4662-BE33-87A5E2207463}" type="pres">
      <dgm:prSet presAssocID="{016B7631-62DE-486C-A77F-96FA3F7F67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5020C635-470F-41ED-9805-5DBF309E3F7A}" type="pres">
      <dgm:prSet presAssocID="{016B7631-62DE-486C-A77F-96FA3F7F6770}" presName="spaceRect" presStyleCnt="0"/>
      <dgm:spPr/>
    </dgm:pt>
    <dgm:pt modelId="{E56FE797-5B1D-4234-90A5-AED6849B81AC}" type="pres">
      <dgm:prSet presAssocID="{016B7631-62DE-486C-A77F-96FA3F7F6770}" presName="textRect" presStyleLbl="revTx" presStyleIdx="0" presStyleCnt="3">
        <dgm:presLayoutVars>
          <dgm:chMax val="1"/>
          <dgm:chPref val="1"/>
        </dgm:presLayoutVars>
      </dgm:prSet>
      <dgm:spPr/>
    </dgm:pt>
    <dgm:pt modelId="{B077A68E-61E6-4ACE-BE28-A5CD9F7A3C84}" type="pres">
      <dgm:prSet presAssocID="{5074F3C7-C84F-40D9-B518-B1B0EDDB4F59}" presName="sibTrans" presStyleCnt="0"/>
      <dgm:spPr/>
    </dgm:pt>
    <dgm:pt modelId="{CA9BAF15-FBAC-4268-8A4B-B3828D207BBC}" type="pres">
      <dgm:prSet presAssocID="{EBFDF751-28F0-46C4-A446-4CCD3DE678CA}" presName="compNode" presStyleCnt="0"/>
      <dgm:spPr/>
    </dgm:pt>
    <dgm:pt modelId="{83732AA8-C4EC-49AA-80C8-D6BA75FA2841}" type="pres">
      <dgm:prSet presAssocID="{EBFDF751-28F0-46C4-A446-4CCD3DE678CA}" presName="iconBgRect" presStyleLbl="bgShp" presStyleIdx="1" presStyleCnt="3"/>
      <dgm:spPr/>
    </dgm:pt>
    <dgm:pt modelId="{6F20A07C-E41D-413E-8C07-22A424C904A2}" type="pres">
      <dgm:prSet presAssocID="{EBFDF751-28F0-46C4-A446-4CCD3DE678C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B4972D7B-B6A2-4588-AB12-EC361D8D1650}" type="pres">
      <dgm:prSet presAssocID="{EBFDF751-28F0-46C4-A446-4CCD3DE678CA}" presName="spaceRect" presStyleCnt="0"/>
      <dgm:spPr/>
    </dgm:pt>
    <dgm:pt modelId="{2280668A-3078-4645-857B-30E5879EE622}" type="pres">
      <dgm:prSet presAssocID="{EBFDF751-28F0-46C4-A446-4CCD3DE678CA}" presName="textRect" presStyleLbl="revTx" presStyleIdx="1" presStyleCnt="3">
        <dgm:presLayoutVars>
          <dgm:chMax val="1"/>
          <dgm:chPref val="1"/>
        </dgm:presLayoutVars>
      </dgm:prSet>
      <dgm:spPr/>
    </dgm:pt>
    <dgm:pt modelId="{83DDEFC0-B83D-4C9E-8FD5-4FA75B5389FD}" type="pres">
      <dgm:prSet presAssocID="{BEC6FCA4-9A83-472E-AB93-6330C9EF75BD}" presName="sibTrans" presStyleCnt="0"/>
      <dgm:spPr/>
    </dgm:pt>
    <dgm:pt modelId="{0FDE23E5-DA61-4CCE-BAB8-3B5C582B251B}" type="pres">
      <dgm:prSet presAssocID="{88AEBBC4-1743-41AE-AA6E-ADE52464901E}" presName="compNode" presStyleCnt="0"/>
      <dgm:spPr/>
    </dgm:pt>
    <dgm:pt modelId="{0BD09D9A-F926-49C9-ACF4-B4AB4E0AC662}" type="pres">
      <dgm:prSet presAssocID="{88AEBBC4-1743-41AE-AA6E-ADE52464901E}" presName="iconBgRect" presStyleLbl="bgShp" presStyleIdx="2" presStyleCnt="3"/>
      <dgm:spPr/>
    </dgm:pt>
    <dgm:pt modelId="{1E185BEC-465C-4071-90D2-5FD667CB8980}" type="pres">
      <dgm:prSet presAssocID="{88AEBBC4-1743-41AE-AA6E-ADE5246490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88CF5B-234C-4841-93BE-EE474ADB4AD8}" type="pres">
      <dgm:prSet presAssocID="{88AEBBC4-1743-41AE-AA6E-ADE52464901E}" presName="spaceRect" presStyleCnt="0"/>
      <dgm:spPr/>
    </dgm:pt>
    <dgm:pt modelId="{DBB3A26D-224F-4A9D-BD6F-1C13BABB31F4}" type="pres">
      <dgm:prSet presAssocID="{88AEBBC4-1743-41AE-AA6E-ADE52464901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53B4310-3D4B-453A-8F91-0A03BB1259DE}" type="presOf" srcId="{88AEBBC4-1743-41AE-AA6E-ADE52464901E}" destId="{DBB3A26D-224F-4A9D-BD6F-1C13BABB31F4}" srcOrd="0" destOrd="0" presId="urn:microsoft.com/office/officeart/2018/5/layout/IconCircleLabelList"/>
    <dgm:cxn modelId="{5A30E514-45F2-436D-98CF-D7FEA349AFFC}" srcId="{A755AB2D-8A96-44F3-8126-2039D04F5AF3}" destId="{016B7631-62DE-486C-A77F-96FA3F7F6770}" srcOrd="0" destOrd="0" parTransId="{5E3BB148-C9EB-493D-B1C3-480A9EB28390}" sibTransId="{5074F3C7-C84F-40D9-B518-B1B0EDDB4F59}"/>
    <dgm:cxn modelId="{CDAFDD84-5C54-48F3-8F8C-F67B89035BAD}" type="presOf" srcId="{016B7631-62DE-486C-A77F-96FA3F7F6770}" destId="{E56FE797-5B1D-4234-90A5-AED6849B81AC}" srcOrd="0" destOrd="0" presId="urn:microsoft.com/office/officeart/2018/5/layout/IconCircleLabelList"/>
    <dgm:cxn modelId="{844A268F-F034-4F6D-835C-EA7072F5E130}" type="presOf" srcId="{A755AB2D-8A96-44F3-8126-2039D04F5AF3}" destId="{E260C728-8B1C-470D-9B90-74937A9EB4FA}" srcOrd="0" destOrd="0" presId="urn:microsoft.com/office/officeart/2018/5/layout/IconCircleLabelList"/>
    <dgm:cxn modelId="{2C5B0290-5FAA-4FF9-AB80-30635F49F13C}" type="presOf" srcId="{EBFDF751-28F0-46C4-A446-4CCD3DE678CA}" destId="{2280668A-3078-4645-857B-30E5879EE622}" srcOrd="0" destOrd="0" presId="urn:microsoft.com/office/officeart/2018/5/layout/IconCircleLabelList"/>
    <dgm:cxn modelId="{0F5272B3-7792-4367-83FA-E412635234C2}" srcId="{A755AB2D-8A96-44F3-8126-2039D04F5AF3}" destId="{EBFDF751-28F0-46C4-A446-4CCD3DE678CA}" srcOrd="1" destOrd="0" parTransId="{6BCDBDAF-50E4-4B51-8A27-4411C3BCD41B}" sibTransId="{BEC6FCA4-9A83-472E-AB93-6330C9EF75BD}"/>
    <dgm:cxn modelId="{7BCB0DFF-078F-42D1-A322-6C35F8C53010}" srcId="{A755AB2D-8A96-44F3-8126-2039D04F5AF3}" destId="{88AEBBC4-1743-41AE-AA6E-ADE52464901E}" srcOrd="2" destOrd="0" parTransId="{A3234DBE-EC3E-49E1-A413-643507692236}" sibTransId="{3285A6B6-1A02-48CF-89C2-9593B339DAFA}"/>
    <dgm:cxn modelId="{F35EC5A0-6D4D-43CE-8A44-666529E70C76}" type="presParOf" srcId="{E260C728-8B1C-470D-9B90-74937A9EB4FA}" destId="{5A88E0FE-57B9-4E7D-B103-344167C2EA6D}" srcOrd="0" destOrd="0" presId="urn:microsoft.com/office/officeart/2018/5/layout/IconCircleLabelList"/>
    <dgm:cxn modelId="{089361F6-458B-42B3-B3D4-0920F307EA34}" type="presParOf" srcId="{5A88E0FE-57B9-4E7D-B103-344167C2EA6D}" destId="{0800138C-D5E6-40FA-B265-02A673F78931}" srcOrd="0" destOrd="0" presId="urn:microsoft.com/office/officeart/2018/5/layout/IconCircleLabelList"/>
    <dgm:cxn modelId="{AA97DD1D-894E-4554-803B-A278D4B1572A}" type="presParOf" srcId="{5A88E0FE-57B9-4E7D-B103-344167C2EA6D}" destId="{00A4BC2F-1A95-4662-BE33-87A5E2207463}" srcOrd="1" destOrd="0" presId="urn:microsoft.com/office/officeart/2018/5/layout/IconCircleLabelList"/>
    <dgm:cxn modelId="{4B49DE3E-1E83-4B8F-B80B-A98BA8686AC6}" type="presParOf" srcId="{5A88E0FE-57B9-4E7D-B103-344167C2EA6D}" destId="{5020C635-470F-41ED-9805-5DBF309E3F7A}" srcOrd="2" destOrd="0" presId="urn:microsoft.com/office/officeart/2018/5/layout/IconCircleLabelList"/>
    <dgm:cxn modelId="{41EB0356-ADC5-41A3-A699-4F682CD39C84}" type="presParOf" srcId="{5A88E0FE-57B9-4E7D-B103-344167C2EA6D}" destId="{E56FE797-5B1D-4234-90A5-AED6849B81AC}" srcOrd="3" destOrd="0" presId="urn:microsoft.com/office/officeart/2018/5/layout/IconCircleLabelList"/>
    <dgm:cxn modelId="{07F5EE43-1049-4598-A559-E2D70F8D4E0E}" type="presParOf" srcId="{E260C728-8B1C-470D-9B90-74937A9EB4FA}" destId="{B077A68E-61E6-4ACE-BE28-A5CD9F7A3C84}" srcOrd="1" destOrd="0" presId="urn:microsoft.com/office/officeart/2018/5/layout/IconCircleLabelList"/>
    <dgm:cxn modelId="{128D84CC-B582-4F68-84A5-2A9B5270EE86}" type="presParOf" srcId="{E260C728-8B1C-470D-9B90-74937A9EB4FA}" destId="{CA9BAF15-FBAC-4268-8A4B-B3828D207BBC}" srcOrd="2" destOrd="0" presId="urn:microsoft.com/office/officeart/2018/5/layout/IconCircleLabelList"/>
    <dgm:cxn modelId="{1270F3E2-2688-4FFB-9AB3-CB7F4B08B2F8}" type="presParOf" srcId="{CA9BAF15-FBAC-4268-8A4B-B3828D207BBC}" destId="{83732AA8-C4EC-49AA-80C8-D6BA75FA2841}" srcOrd="0" destOrd="0" presId="urn:microsoft.com/office/officeart/2018/5/layout/IconCircleLabelList"/>
    <dgm:cxn modelId="{E4624C77-69DA-489F-98B4-5B97589ED326}" type="presParOf" srcId="{CA9BAF15-FBAC-4268-8A4B-B3828D207BBC}" destId="{6F20A07C-E41D-413E-8C07-22A424C904A2}" srcOrd="1" destOrd="0" presId="urn:microsoft.com/office/officeart/2018/5/layout/IconCircleLabelList"/>
    <dgm:cxn modelId="{761A6155-B2DB-4539-8DF2-1C5D1A6A6973}" type="presParOf" srcId="{CA9BAF15-FBAC-4268-8A4B-B3828D207BBC}" destId="{B4972D7B-B6A2-4588-AB12-EC361D8D1650}" srcOrd="2" destOrd="0" presId="urn:microsoft.com/office/officeart/2018/5/layout/IconCircleLabelList"/>
    <dgm:cxn modelId="{273C5D2A-77E3-4527-90C7-7CCF15AB5E77}" type="presParOf" srcId="{CA9BAF15-FBAC-4268-8A4B-B3828D207BBC}" destId="{2280668A-3078-4645-857B-30E5879EE622}" srcOrd="3" destOrd="0" presId="urn:microsoft.com/office/officeart/2018/5/layout/IconCircleLabelList"/>
    <dgm:cxn modelId="{BFBCB4B6-8BB7-434B-90FE-434B2FA32914}" type="presParOf" srcId="{E260C728-8B1C-470D-9B90-74937A9EB4FA}" destId="{83DDEFC0-B83D-4C9E-8FD5-4FA75B5389FD}" srcOrd="3" destOrd="0" presId="urn:microsoft.com/office/officeart/2018/5/layout/IconCircleLabelList"/>
    <dgm:cxn modelId="{D9A6D52F-F59F-403D-BA82-490EEDF6BEEE}" type="presParOf" srcId="{E260C728-8B1C-470D-9B90-74937A9EB4FA}" destId="{0FDE23E5-DA61-4CCE-BAB8-3B5C582B251B}" srcOrd="4" destOrd="0" presId="urn:microsoft.com/office/officeart/2018/5/layout/IconCircleLabelList"/>
    <dgm:cxn modelId="{A19E8BB7-D50C-4288-A6E3-FB73EE3F8A03}" type="presParOf" srcId="{0FDE23E5-DA61-4CCE-BAB8-3B5C582B251B}" destId="{0BD09D9A-F926-49C9-ACF4-B4AB4E0AC662}" srcOrd="0" destOrd="0" presId="urn:microsoft.com/office/officeart/2018/5/layout/IconCircleLabelList"/>
    <dgm:cxn modelId="{0C906EB6-B88F-4DE0-A2E2-111E9657CCA1}" type="presParOf" srcId="{0FDE23E5-DA61-4CCE-BAB8-3B5C582B251B}" destId="{1E185BEC-465C-4071-90D2-5FD667CB8980}" srcOrd="1" destOrd="0" presId="urn:microsoft.com/office/officeart/2018/5/layout/IconCircleLabelList"/>
    <dgm:cxn modelId="{1DF44497-964B-4707-946C-6C6D42925819}" type="presParOf" srcId="{0FDE23E5-DA61-4CCE-BAB8-3B5C582B251B}" destId="{F588CF5B-234C-4841-93BE-EE474ADB4AD8}" srcOrd="2" destOrd="0" presId="urn:microsoft.com/office/officeart/2018/5/layout/IconCircleLabelList"/>
    <dgm:cxn modelId="{65B7C558-7043-4125-9B02-A6495279A673}" type="presParOf" srcId="{0FDE23E5-DA61-4CCE-BAB8-3B5C582B251B}" destId="{DBB3A26D-224F-4A9D-BD6F-1C13BABB31F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B961F-D619-4B08-9EEF-2F445BBC3A90}">
      <dsp:nvSpPr>
        <dsp:cNvPr id="0" name=""/>
        <dsp:cNvSpPr/>
      </dsp:nvSpPr>
      <dsp:spPr>
        <a:xfrm>
          <a:off x="0" y="660"/>
          <a:ext cx="57150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A98A7-6CB8-4A4C-B503-4AC6C04232E1}">
      <dsp:nvSpPr>
        <dsp:cNvPr id="0" name=""/>
        <dsp:cNvSpPr/>
      </dsp:nvSpPr>
      <dsp:spPr>
        <a:xfrm>
          <a:off x="0" y="660"/>
          <a:ext cx="5715000" cy="1081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Mohamed Wael Mohamed Safwat </a:t>
          </a:r>
        </a:p>
      </dsp:txBody>
      <dsp:txXfrm>
        <a:off x="0" y="660"/>
        <a:ext cx="5715000" cy="1081775"/>
      </dsp:txXfrm>
    </dsp:sp>
    <dsp:sp modelId="{280AE732-89ED-42BA-A100-6AAD0D47B1A4}">
      <dsp:nvSpPr>
        <dsp:cNvPr id="0" name=""/>
        <dsp:cNvSpPr/>
      </dsp:nvSpPr>
      <dsp:spPr>
        <a:xfrm>
          <a:off x="0" y="1082436"/>
          <a:ext cx="5715000" cy="0"/>
        </a:xfrm>
        <a:prstGeom prst="line">
          <a:avLst/>
        </a:prstGeom>
        <a:solidFill>
          <a:schemeClr val="accent5">
            <a:hueOff val="4752235"/>
            <a:satOff val="-6665"/>
            <a:lumOff val="-687"/>
            <a:alphaOff val="0"/>
          </a:schemeClr>
        </a:solidFill>
        <a:ln w="12700" cap="flat" cmpd="sng" algn="ctr">
          <a:solidFill>
            <a:schemeClr val="accent5">
              <a:hueOff val="4752235"/>
              <a:satOff val="-6665"/>
              <a:lumOff val="-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38342-2FE4-42AA-8D3A-5ABCED0A8CB8}">
      <dsp:nvSpPr>
        <dsp:cNvPr id="0" name=""/>
        <dsp:cNvSpPr/>
      </dsp:nvSpPr>
      <dsp:spPr>
        <a:xfrm>
          <a:off x="0" y="1082436"/>
          <a:ext cx="5715000" cy="1081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Omar Mohamed Hassan </a:t>
          </a:r>
        </a:p>
      </dsp:txBody>
      <dsp:txXfrm>
        <a:off x="0" y="1082436"/>
        <a:ext cx="5715000" cy="1081775"/>
      </dsp:txXfrm>
    </dsp:sp>
    <dsp:sp modelId="{80B2DC5E-0597-4055-8D23-30EEC019F34D}">
      <dsp:nvSpPr>
        <dsp:cNvPr id="0" name=""/>
        <dsp:cNvSpPr/>
      </dsp:nvSpPr>
      <dsp:spPr>
        <a:xfrm>
          <a:off x="0" y="2164212"/>
          <a:ext cx="5715000" cy="0"/>
        </a:xfrm>
        <a:prstGeom prst="line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accent5">
              <a:hueOff val="9504470"/>
              <a:satOff val="-13330"/>
              <a:lumOff val="-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36030-6EC7-4776-A93A-0C5FB6E160AD}">
      <dsp:nvSpPr>
        <dsp:cNvPr id="0" name=""/>
        <dsp:cNvSpPr/>
      </dsp:nvSpPr>
      <dsp:spPr>
        <a:xfrm>
          <a:off x="0" y="2164212"/>
          <a:ext cx="5715000" cy="1081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Muhammed El-Hussein Taha </a:t>
          </a:r>
        </a:p>
      </dsp:txBody>
      <dsp:txXfrm>
        <a:off x="0" y="2164212"/>
        <a:ext cx="5715000" cy="1081775"/>
      </dsp:txXfrm>
    </dsp:sp>
    <dsp:sp modelId="{28D02385-8431-4968-A646-D531CBB1E00F}">
      <dsp:nvSpPr>
        <dsp:cNvPr id="0" name=""/>
        <dsp:cNvSpPr/>
      </dsp:nvSpPr>
      <dsp:spPr>
        <a:xfrm>
          <a:off x="0" y="3245987"/>
          <a:ext cx="5715000" cy="0"/>
        </a:xfrm>
        <a:prstGeom prst="line">
          <a:avLst/>
        </a:prstGeom>
        <a:solidFill>
          <a:schemeClr val="accent5">
            <a:hueOff val="14256705"/>
            <a:satOff val="-19995"/>
            <a:lumOff val="-2060"/>
            <a:alphaOff val="0"/>
          </a:schemeClr>
        </a:solidFill>
        <a:ln w="12700" cap="flat" cmpd="sng" algn="ctr">
          <a:solidFill>
            <a:schemeClr val="accent5">
              <a:hueOff val="14256705"/>
              <a:satOff val="-19995"/>
              <a:lumOff val="-20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85AD3-C25D-46A8-96A0-11BEDD3B5BC3}">
      <dsp:nvSpPr>
        <dsp:cNvPr id="0" name=""/>
        <dsp:cNvSpPr/>
      </dsp:nvSpPr>
      <dsp:spPr>
        <a:xfrm>
          <a:off x="0" y="3245987"/>
          <a:ext cx="5715000" cy="1081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Omar Magdy Mahmoud</a:t>
          </a:r>
        </a:p>
      </dsp:txBody>
      <dsp:txXfrm>
        <a:off x="0" y="3245987"/>
        <a:ext cx="5715000" cy="1081775"/>
      </dsp:txXfrm>
    </dsp:sp>
    <dsp:sp modelId="{D9A06E3C-74E6-4F90-B0AE-99C5E1F0C255}">
      <dsp:nvSpPr>
        <dsp:cNvPr id="0" name=""/>
        <dsp:cNvSpPr/>
      </dsp:nvSpPr>
      <dsp:spPr>
        <a:xfrm>
          <a:off x="0" y="4327763"/>
          <a:ext cx="5715000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A2934-1432-4285-A21D-129B192AFB06}">
      <dsp:nvSpPr>
        <dsp:cNvPr id="0" name=""/>
        <dsp:cNvSpPr/>
      </dsp:nvSpPr>
      <dsp:spPr>
        <a:xfrm>
          <a:off x="0" y="4327763"/>
          <a:ext cx="5715000" cy="1081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Abdelrahman Amr Ahmed</a:t>
          </a:r>
        </a:p>
      </dsp:txBody>
      <dsp:txXfrm>
        <a:off x="0" y="4327763"/>
        <a:ext cx="5715000" cy="1081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76B39-FC88-4135-A36E-8EB6400AE59C}">
      <dsp:nvSpPr>
        <dsp:cNvPr id="0" name=""/>
        <dsp:cNvSpPr/>
      </dsp:nvSpPr>
      <dsp:spPr>
        <a:xfrm>
          <a:off x="0" y="1750"/>
          <a:ext cx="5676900" cy="7457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22E56-A8CC-4657-BE09-6173B9A9A92C}">
      <dsp:nvSpPr>
        <dsp:cNvPr id="0" name=""/>
        <dsp:cNvSpPr/>
      </dsp:nvSpPr>
      <dsp:spPr>
        <a:xfrm>
          <a:off x="225589" y="169544"/>
          <a:ext cx="410163" cy="4101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DAAF8-2F49-4B58-86E2-ABA8D014EA04}">
      <dsp:nvSpPr>
        <dsp:cNvPr id="0" name=""/>
        <dsp:cNvSpPr/>
      </dsp:nvSpPr>
      <dsp:spPr>
        <a:xfrm>
          <a:off x="861343" y="1750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Restaurants struggle to collect </a:t>
          </a:r>
          <a:r>
            <a:rPr lang="en-US" sz="1700" b="1" i="0" kern="1200" baseline="0"/>
            <a:t>real, honest feedback</a:t>
          </a:r>
          <a:r>
            <a:rPr lang="en-US" sz="1700" b="0" i="0" kern="1200" baseline="0"/>
            <a:t> from customers.</a:t>
          </a:r>
          <a:endParaRPr lang="en-US" sz="1700" kern="1200"/>
        </a:p>
      </dsp:txBody>
      <dsp:txXfrm>
        <a:off x="861343" y="1750"/>
        <a:ext cx="4815556" cy="745751"/>
      </dsp:txXfrm>
    </dsp:sp>
    <dsp:sp modelId="{E6BFDC89-AC0B-4A7C-96FC-7425950B164C}">
      <dsp:nvSpPr>
        <dsp:cNvPr id="0" name=""/>
        <dsp:cNvSpPr/>
      </dsp:nvSpPr>
      <dsp:spPr>
        <a:xfrm>
          <a:off x="0" y="933939"/>
          <a:ext cx="5676900" cy="7457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778BA-AAB8-402A-A037-51F8916836C5}">
      <dsp:nvSpPr>
        <dsp:cNvPr id="0" name=""/>
        <dsp:cNvSpPr/>
      </dsp:nvSpPr>
      <dsp:spPr>
        <a:xfrm>
          <a:off x="225589" y="1101733"/>
          <a:ext cx="410163" cy="4101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FD3CC-0E1E-4C00-AF2F-BE3EF764B3A6}">
      <dsp:nvSpPr>
        <dsp:cNvPr id="0" name=""/>
        <dsp:cNvSpPr/>
      </dsp:nvSpPr>
      <dsp:spPr>
        <a:xfrm>
          <a:off x="861343" y="933939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Existing surveys are </a:t>
          </a:r>
          <a:r>
            <a:rPr lang="en-US" sz="1700" b="1" i="0" kern="1200" baseline="0"/>
            <a:t>too long</a:t>
          </a:r>
          <a:r>
            <a:rPr lang="en-US" sz="1700" b="0" i="0" kern="1200" baseline="0"/>
            <a:t>, </a:t>
          </a:r>
          <a:r>
            <a:rPr lang="en-US" sz="1700" b="1" i="0" kern="1200" baseline="0"/>
            <a:t>annoying</a:t>
          </a:r>
          <a:r>
            <a:rPr lang="en-US" sz="1700" b="0" i="0" kern="1200" baseline="0"/>
            <a:t>, or </a:t>
          </a:r>
          <a:r>
            <a:rPr lang="en-US" sz="1700" b="1" i="0" kern="1200" baseline="0"/>
            <a:t>ignored</a:t>
          </a:r>
          <a:r>
            <a:rPr lang="en-US" sz="1700" b="0" i="0" kern="1200" baseline="0"/>
            <a:t>.</a:t>
          </a:r>
          <a:endParaRPr lang="en-US" sz="1700" kern="1200"/>
        </a:p>
      </dsp:txBody>
      <dsp:txXfrm>
        <a:off x="861343" y="933939"/>
        <a:ext cx="4815556" cy="745751"/>
      </dsp:txXfrm>
    </dsp:sp>
    <dsp:sp modelId="{69A01DF8-3EFC-44AD-A31E-2917319B8C71}">
      <dsp:nvSpPr>
        <dsp:cNvPr id="0" name=""/>
        <dsp:cNvSpPr/>
      </dsp:nvSpPr>
      <dsp:spPr>
        <a:xfrm>
          <a:off x="0" y="1866129"/>
          <a:ext cx="5676900" cy="7457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95121-27DE-48E2-9E31-769D1FF95E34}">
      <dsp:nvSpPr>
        <dsp:cNvPr id="0" name=""/>
        <dsp:cNvSpPr/>
      </dsp:nvSpPr>
      <dsp:spPr>
        <a:xfrm>
          <a:off x="225589" y="2033923"/>
          <a:ext cx="410163" cy="4101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E9DC9-E827-4CF1-87EA-96E5800FCC2C}">
      <dsp:nvSpPr>
        <dsp:cNvPr id="0" name=""/>
        <dsp:cNvSpPr/>
      </dsp:nvSpPr>
      <dsp:spPr>
        <a:xfrm>
          <a:off x="861343" y="1866129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Managers have </a:t>
          </a:r>
          <a:r>
            <a:rPr lang="en-US" sz="1700" b="1" i="0" kern="1200" baseline="0" dirty="0"/>
            <a:t>no clear way</a:t>
          </a:r>
          <a:r>
            <a:rPr lang="en-US" sz="1700" b="0" i="0" kern="1200" baseline="0" dirty="0"/>
            <a:t> to understand meal performance.</a:t>
          </a:r>
          <a:endParaRPr lang="en-US" sz="1700" kern="1200" dirty="0"/>
        </a:p>
      </dsp:txBody>
      <dsp:txXfrm>
        <a:off x="861343" y="1866129"/>
        <a:ext cx="4815556" cy="745751"/>
      </dsp:txXfrm>
    </dsp:sp>
    <dsp:sp modelId="{D24864B7-048A-4FBB-9515-697E8A1D03CA}">
      <dsp:nvSpPr>
        <dsp:cNvPr id="0" name=""/>
        <dsp:cNvSpPr/>
      </dsp:nvSpPr>
      <dsp:spPr>
        <a:xfrm>
          <a:off x="0" y="2798318"/>
          <a:ext cx="5676900" cy="7457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FEE14-1A0D-4532-BE3D-69E487FEC0B1}">
      <dsp:nvSpPr>
        <dsp:cNvPr id="0" name=""/>
        <dsp:cNvSpPr/>
      </dsp:nvSpPr>
      <dsp:spPr>
        <a:xfrm>
          <a:off x="225589" y="2966113"/>
          <a:ext cx="410163" cy="4101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2C509-C86B-4686-BA53-62EC9888021D}">
      <dsp:nvSpPr>
        <dsp:cNvPr id="0" name=""/>
        <dsp:cNvSpPr/>
      </dsp:nvSpPr>
      <dsp:spPr>
        <a:xfrm>
          <a:off x="861343" y="2798318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No insights into why some meals succeed and others fail.</a:t>
          </a:r>
          <a:endParaRPr lang="en-US" sz="1700" kern="1200" dirty="0"/>
        </a:p>
      </dsp:txBody>
      <dsp:txXfrm>
        <a:off x="861343" y="2798318"/>
        <a:ext cx="4815556" cy="745751"/>
      </dsp:txXfrm>
    </dsp:sp>
    <dsp:sp modelId="{BC971316-28F3-4443-AC60-E7DB42B0D7E7}">
      <dsp:nvSpPr>
        <dsp:cNvPr id="0" name=""/>
        <dsp:cNvSpPr/>
      </dsp:nvSpPr>
      <dsp:spPr>
        <a:xfrm>
          <a:off x="0" y="3730508"/>
          <a:ext cx="5676900" cy="74575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8A107-E3C5-46FB-A717-391B274A21A1}">
      <dsp:nvSpPr>
        <dsp:cNvPr id="0" name=""/>
        <dsp:cNvSpPr/>
      </dsp:nvSpPr>
      <dsp:spPr>
        <a:xfrm>
          <a:off x="225589" y="3898302"/>
          <a:ext cx="410163" cy="4101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ED198-5C04-47F1-8F9E-2672CDDBD98A}">
      <dsp:nvSpPr>
        <dsp:cNvPr id="0" name=""/>
        <dsp:cNvSpPr/>
      </dsp:nvSpPr>
      <dsp:spPr>
        <a:xfrm>
          <a:off x="861343" y="3730508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Feedback is </a:t>
          </a:r>
          <a:r>
            <a:rPr lang="en-US" sz="1700" b="1" i="0" kern="1200" baseline="0" dirty="0"/>
            <a:t>not structured</a:t>
          </a:r>
          <a:r>
            <a:rPr lang="en-US" sz="1700" b="0" i="0" kern="1200" baseline="0" dirty="0"/>
            <a:t> for improvement.</a:t>
          </a:r>
          <a:endParaRPr lang="en-US" sz="1700" kern="1200" dirty="0"/>
        </a:p>
      </dsp:txBody>
      <dsp:txXfrm>
        <a:off x="861343" y="3730508"/>
        <a:ext cx="4815556" cy="745751"/>
      </dsp:txXfrm>
    </dsp:sp>
    <dsp:sp modelId="{38C2635F-4AEE-4F40-ABA6-4F9C12F548FD}">
      <dsp:nvSpPr>
        <dsp:cNvPr id="0" name=""/>
        <dsp:cNvSpPr/>
      </dsp:nvSpPr>
      <dsp:spPr>
        <a:xfrm>
          <a:off x="0" y="4662698"/>
          <a:ext cx="5676900" cy="7457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8B8BD-87E4-430D-A4CA-B6B00A2053FE}">
      <dsp:nvSpPr>
        <dsp:cNvPr id="0" name=""/>
        <dsp:cNvSpPr/>
      </dsp:nvSpPr>
      <dsp:spPr>
        <a:xfrm>
          <a:off x="225589" y="4830492"/>
          <a:ext cx="410163" cy="410163"/>
        </a:xfrm>
        <a:prstGeom prst="rect">
          <a:avLst/>
        </a:prstGeom>
        <a:blipFill rotWithShape="1"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4CFE3-926C-4EFE-99FB-A227E6AE989D}">
      <dsp:nvSpPr>
        <dsp:cNvPr id="0" name=""/>
        <dsp:cNvSpPr/>
      </dsp:nvSpPr>
      <dsp:spPr>
        <a:xfrm>
          <a:off x="861343" y="4662698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Customers rarely feel encouraged to give reviews.</a:t>
          </a:r>
          <a:br>
            <a:rPr lang="en-US" sz="1700" b="0" i="0" kern="1200" baseline="0" dirty="0"/>
          </a:br>
          <a:endParaRPr lang="en-US" sz="1700" kern="1200" dirty="0"/>
        </a:p>
      </dsp:txBody>
      <dsp:txXfrm>
        <a:off x="861343" y="4662698"/>
        <a:ext cx="4815556" cy="7457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8EEA3-771A-4F7E-A944-800373B79CD7}">
      <dsp:nvSpPr>
        <dsp:cNvPr id="0" name=""/>
        <dsp:cNvSpPr/>
      </dsp:nvSpPr>
      <dsp:spPr>
        <a:xfrm>
          <a:off x="0" y="1750"/>
          <a:ext cx="5676900" cy="7457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915B9-22AF-439D-BC3B-CBD303600B3A}">
      <dsp:nvSpPr>
        <dsp:cNvPr id="0" name=""/>
        <dsp:cNvSpPr/>
      </dsp:nvSpPr>
      <dsp:spPr>
        <a:xfrm>
          <a:off x="225589" y="169544"/>
          <a:ext cx="410163" cy="4101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40418-8CB9-4F2E-A25D-12752289D5C7}">
      <dsp:nvSpPr>
        <dsp:cNvPr id="0" name=""/>
        <dsp:cNvSpPr/>
      </dsp:nvSpPr>
      <dsp:spPr>
        <a:xfrm>
          <a:off x="861343" y="1750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 created two connected apps:</a:t>
          </a:r>
        </a:p>
      </dsp:txBody>
      <dsp:txXfrm>
        <a:off x="861343" y="1750"/>
        <a:ext cx="4815556" cy="745751"/>
      </dsp:txXfrm>
    </dsp:sp>
    <dsp:sp modelId="{E0276D35-1498-45F0-9B17-B953EE2B1E1F}">
      <dsp:nvSpPr>
        <dsp:cNvPr id="0" name=""/>
        <dsp:cNvSpPr/>
      </dsp:nvSpPr>
      <dsp:spPr>
        <a:xfrm>
          <a:off x="0" y="933939"/>
          <a:ext cx="5676900" cy="7457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F5DDA-272B-4716-9601-70E47BD2B3BB}">
      <dsp:nvSpPr>
        <dsp:cNvPr id="0" name=""/>
        <dsp:cNvSpPr/>
      </dsp:nvSpPr>
      <dsp:spPr>
        <a:xfrm>
          <a:off x="225589" y="1101733"/>
          <a:ext cx="410163" cy="4101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055FA-D13A-4865-9871-F65663FD6FA7}">
      <dsp:nvSpPr>
        <dsp:cNvPr id="0" name=""/>
        <dsp:cNvSpPr/>
      </dsp:nvSpPr>
      <dsp:spPr>
        <a:xfrm>
          <a:off x="861343" y="933939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User App</a:t>
          </a:r>
          <a:r>
            <a:rPr lang="en-US" sz="1500" kern="1200"/>
            <a:t>: Simple, fast, enjoyable review experience</a:t>
          </a:r>
        </a:p>
      </dsp:txBody>
      <dsp:txXfrm>
        <a:off x="861343" y="933939"/>
        <a:ext cx="4815556" cy="745751"/>
      </dsp:txXfrm>
    </dsp:sp>
    <dsp:sp modelId="{013E55C8-9DB5-4FE3-B619-E7A37DAAFE0F}">
      <dsp:nvSpPr>
        <dsp:cNvPr id="0" name=""/>
        <dsp:cNvSpPr/>
      </dsp:nvSpPr>
      <dsp:spPr>
        <a:xfrm>
          <a:off x="0" y="1866129"/>
          <a:ext cx="5676900" cy="7457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98418-7E20-4147-AD1A-8E06A4DB9B6D}">
      <dsp:nvSpPr>
        <dsp:cNvPr id="0" name=""/>
        <dsp:cNvSpPr/>
      </dsp:nvSpPr>
      <dsp:spPr>
        <a:xfrm>
          <a:off x="225589" y="2033923"/>
          <a:ext cx="410163" cy="4101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1BB2E-306E-49A8-8791-64C631B45A32}">
      <dsp:nvSpPr>
        <dsp:cNvPr id="0" name=""/>
        <dsp:cNvSpPr/>
      </dsp:nvSpPr>
      <dsp:spPr>
        <a:xfrm>
          <a:off x="861343" y="1866129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Admin App</a:t>
          </a:r>
          <a:r>
            <a:rPr lang="en-US" sz="1500" kern="1200"/>
            <a:t>: Powerful analytics dashboard for restaurants</a:t>
          </a:r>
          <a:br>
            <a:rPr lang="en-US" sz="1500" kern="1200"/>
          </a:br>
          <a:r>
            <a:rPr lang="en-US" sz="1500" kern="1200"/>
            <a:t>Together they:</a:t>
          </a:r>
        </a:p>
      </dsp:txBody>
      <dsp:txXfrm>
        <a:off x="861343" y="1866129"/>
        <a:ext cx="4815556" cy="745751"/>
      </dsp:txXfrm>
    </dsp:sp>
    <dsp:sp modelId="{3EBD65EF-9EC5-49BD-802E-1B86B15D8FD0}">
      <dsp:nvSpPr>
        <dsp:cNvPr id="0" name=""/>
        <dsp:cNvSpPr/>
      </dsp:nvSpPr>
      <dsp:spPr>
        <a:xfrm>
          <a:off x="0" y="2798318"/>
          <a:ext cx="5676900" cy="7457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434D1-67AD-4139-BC98-FED8A390FE82}">
      <dsp:nvSpPr>
        <dsp:cNvPr id="0" name=""/>
        <dsp:cNvSpPr/>
      </dsp:nvSpPr>
      <dsp:spPr>
        <a:xfrm>
          <a:off x="225589" y="2966113"/>
          <a:ext cx="410163" cy="4101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433C87-E4A5-4006-974A-E55A7A80DE6B}">
      <dsp:nvSpPr>
        <dsp:cNvPr id="0" name=""/>
        <dsp:cNvSpPr/>
      </dsp:nvSpPr>
      <dsp:spPr>
        <a:xfrm>
          <a:off x="861343" y="2798318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Increase customer feedback</a:t>
          </a:r>
        </a:p>
      </dsp:txBody>
      <dsp:txXfrm>
        <a:off x="861343" y="2798318"/>
        <a:ext cx="4815556" cy="745751"/>
      </dsp:txXfrm>
    </dsp:sp>
    <dsp:sp modelId="{3D4BAD08-CB1D-4530-A50A-905CD496F041}">
      <dsp:nvSpPr>
        <dsp:cNvPr id="0" name=""/>
        <dsp:cNvSpPr/>
      </dsp:nvSpPr>
      <dsp:spPr>
        <a:xfrm>
          <a:off x="0" y="3730508"/>
          <a:ext cx="5676900" cy="7457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C9691-9A90-4544-ACC3-65582B5FBAEE}">
      <dsp:nvSpPr>
        <dsp:cNvPr id="0" name=""/>
        <dsp:cNvSpPr/>
      </dsp:nvSpPr>
      <dsp:spPr>
        <a:xfrm>
          <a:off x="225589" y="3898302"/>
          <a:ext cx="410163" cy="4101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262584-726E-4052-813C-FD6194CA2320}">
      <dsp:nvSpPr>
        <dsp:cNvPr id="0" name=""/>
        <dsp:cNvSpPr/>
      </dsp:nvSpPr>
      <dsp:spPr>
        <a:xfrm>
          <a:off x="861343" y="3730508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 meal quality</a:t>
          </a:r>
        </a:p>
      </dsp:txBody>
      <dsp:txXfrm>
        <a:off x="861343" y="3730508"/>
        <a:ext cx="4815556" cy="745751"/>
      </dsp:txXfrm>
    </dsp:sp>
    <dsp:sp modelId="{957380DD-5487-42C2-BA00-B2EBCD228FEE}">
      <dsp:nvSpPr>
        <dsp:cNvPr id="0" name=""/>
        <dsp:cNvSpPr/>
      </dsp:nvSpPr>
      <dsp:spPr>
        <a:xfrm>
          <a:off x="0" y="4662698"/>
          <a:ext cx="5676900" cy="7457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AB041-DA35-434C-A0FF-BF584F296A8E}">
      <dsp:nvSpPr>
        <dsp:cNvPr id="0" name=""/>
        <dsp:cNvSpPr/>
      </dsp:nvSpPr>
      <dsp:spPr>
        <a:xfrm>
          <a:off x="225589" y="4830492"/>
          <a:ext cx="410163" cy="41016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16063-377F-4CFF-B481-2AFB21FEBA5A}">
      <dsp:nvSpPr>
        <dsp:cNvPr id="0" name=""/>
        <dsp:cNvSpPr/>
      </dsp:nvSpPr>
      <dsp:spPr>
        <a:xfrm>
          <a:off x="861343" y="4662698"/>
          <a:ext cx="48155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Give management real data to make decisions</a:t>
          </a:r>
        </a:p>
      </dsp:txBody>
      <dsp:txXfrm>
        <a:off x="861343" y="4662698"/>
        <a:ext cx="4815556" cy="7457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CB2FB-DC13-4E31-BD36-2F6DBAEB3C41}">
      <dsp:nvSpPr>
        <dsp:cNvPr id="0" name=""/>
        <dsp:cNvSpPr/>
      </dsp:nvSpPr>
      <dsp:spPr>
        <a:xfrm>
          <a:off x="0" y="45689"/>
          <a:ext cx="5676900" cy="10038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Increases customer engagement with loyalty points</a:t>
          </a:r>
          <a:endParaRPr lang="en-US" sz="2600" kern="1200"/>
        </a:p>
      </dsp:txBody>
      <dsp:txXfrm>
        <a:off x="49004" y="94693"/>
        <a:ext cx="5578892" cy="905852"/>
      </dsp:txXfrm>
    </dsp:sp>
    <dsp:sp modelId="{A2185592-311B-440E-87B8-E45A41B7D9F6}">
      <dsp:nvSpPr>
        <dsp:cNvPr id="0" name=""/>
        <dsp:cNvSpPr/>
      </dsp:nvSpPr>
      <dsp:spPr>
        <a:xfrm>
          <a:off x="0" y="1124430"/>
          <a:ext cx="5676900" cy="1003860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Helps improve service quality</a:t>
          </a:r>
          <a:endParaRPr lang="en-US" sz="2600" kern="1200"/>
        </a:p>
      </dsp:txBody>
      <dsp:txXfrm>
        <a:off x="49004" y="1173434"/>
        <a:ext cx="5578892" cy="905852"/>
      </dsp:txXfrm>
    </dsp:sp>
    <dsp:sp modelId="{B6830ECB-6753-440B-83DE-41EE94E58935}">
      <dsp:nvSpPr>
        <dsp:cNvPr id="0" name=""/>
        <dsp:cNvSpPr/>
      </dsp:nvSpPr>
      <dsp:spPr>
        <a:xfrm>
          <a:off x="0" y="2203170"/>
          <a:ext cx="5676900" cy="100386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Allows ingredient-level insights (unique advantage)</a:t>
          </a:r>
          <a:endParaRPr lang="en-US" sz="2600" kern="1200"/>
        </a:p>
      </dsp:txBody>
      <dsp:txXfrm>
        <a:off x="49004" y="2252174"/>
        <a:ext cx="5578892" cy="905852"/>
      </dsp:txXfrm>
    </dsp:sp>
    <dsp:sp modelId="{A8CDD0A9-708A-4514-840E-3670131211D2}">
      <dsp:nvSpPr>
        <dsp:cNvPr id="0" name=""/>
        <dsp:cNvSpPr/>
      </dsp:nvSpPr>
      <dsp:spPr>
        <a:xfrm>
          <a:off x="0" y="3281910"/>
          <a:ext cx="5676900" cy="1003860"/>
        </a:xfrm>
        <a:prstGeom prst="round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Predicts trends using sentiment analysis</a:t>
          </a:r>
          <a:endParaRPr lang="en-US" sz="2600" kern="1200"/>
        </a:p>
      </dsp:txBody>
      <dsp:txXfrm>
        <a:off x="49004" y="3330914"/>
        <a:ext cx="5578892" cy="905852"/>
      </dsp:txXfrm>
    </dsp:sp>
    <dsp:sp modelId="{9EA12499-B820-451A-BA56-087725122552}">
      <dsp:nvSpPr>
        <dsp:cNvPr id="0" name=""/>
        <dsp:cNvSpPr/>
      </dsp:nvSpPr>
      <dsp:spPr>
        <a:xfrm>
          <a:off x="0" y="4360650"/>
          <a:ext cx="5676900" cy="100386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Reduces negative reviews on public platforms</a:t>
          </a:r>
          <a:endParaRPr lang="en-US" sz="2600" kern="1200"/>
        </a:p>
      </dsp:txBody>
      <dsp:txXfrm>
        <a:off x="49004" y="4409654"/>
        <a:ext cx="5578892" cy="9058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CB2FB-DC13-4E31-BD36-2F6DBAEB3C41}">
      <dsp:nvSpPr>
        <dsp:cNvPr id="0" name=""/>
        <dsp:cNvSpPr/>
      </dsp:nvSpPr>
      <dsp:spPr>
        <a:xfrm>
          <a:off x="0" y="6180"/>
          <a:ext cx="5676900" cy="9827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Flutter + </a:t>
          </a:r>
          <a:r>
            <a:rPr lang="en-US" sz="4200" kern="1200" dirty="0" err="1"/>
            <a:t>GetX</a:t>
          </a:r>
          <a:endParaRPr lang="en-US" sz="4200" kern="1200" dirty="0"/>
        </a:p>
      </dsp:txBody>
      <dsp:txXfrm>
        <a:off x="47976" y="54156"/>
        <a:ext cx="5580948" cy="886847"/>
      </dsp:txXfrm>
    </dsp:sp>
    <dsp:sp modelId="{A2185592-311B-440E-87B8-E45A41B7D9F6}">
      <dsp:nvSpPr>
        <dsp:cNvPr id="0" name=""/>
        <dsp:cNvSpPr/>
      </dsp:nvSpPr>
      <dsp:spPr>
        <a:xfrm>
          <a:off x="0" y="1109939"/>
          <a:ext cx="5676900" cy="982799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Supabase</a:t>
          </a:r>
          <a:r>
            <a:rPr lang="en-US" sz="4200" kern="1200" dirty="0"/>
            <a:t> </a:t>
          </a:r>
        </a:p>
      </dsp:txBody>
      <dsp:txXfrm>
        <a:off x="47976" y="1157915"/>
        <a:ext cx="5580948" cy="886847"/>
      </dsp:txXfrm>
    </dsp:sp>
    <dsp:sp modelId="{B6830ECB-6753-440B-83DE-41EE94E58935}">
      <dsp:nvSpPr>
        <dsp:cNvPr id="0" name=""/>
        <dsp:cNvSpPr/>
      </dsp:nvSpPr>
      <dsp:spPr>
        <a:xfrm>
          <a:off x="0" y="2213699"/>
          <a:ext cx="5676900" cy="982799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FL Charts (Admin)</a:t>
          </a:r>
        </a:p>
      </dsp:txBody>
      <dsp:txXfrm>
        <a:off x="47976" y="2261675"/>
        <a:ext cx="5580948" cy="886847"/>
      </dsp:txXfrm>
    </dsp:sp>
    <dsp:sp modelId="{A8CDD0A9-708A-4514-840E-3670131211D2}">
      <dsp:nvSpPr>
        <dsp:cNvPr id="0" name=""/>
        <dsp:cNvSpPr/>
      </dsp:nvSpPr>
      <dsp:spPr>
        <a:xfrm>
          <a:off x="0" y="3317459"/>
          <a:ext cx="5676900" cy="982799"/>
        </a:xfrm>
        <a:prstGeom prst="round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Speech-to-text engine</a:t>
          </a:r>
        </a:p>
      </dsp:txBody>
      <dsp:txXfrm>
        <a:off x="47976" y="3365435"/>
        <a:ext cx="5580948" cy="886847"/>
      </dsp:txXfrm>
    </dsp:sp>
    <dsp:sp modelId="{9EA12499-B820-451A-BA56-087725122552}">
      <dsp:nvSpPr>
        <dsp:cNvPr id="0" name=""/>
        <dsp:cNvSpPr/>
      </dsp:nvSpPr>
      <dsp:spPr>
        <a:xfrm>
          <a:off x="0" y="4421219"/>
          <a:ext cx="5676900" cy="982799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Localization EN/AR</a:t>
          </a:r>
        </a:p>
      </dsp:txBody>
      <dsp:txXfrm>
        <a:off x="47976" y="4469195"/>
        <a:ext cx="5580948" cy="88684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CB2FB-DC13-4E31-BD36-2F6DBAEB3C41}">
      <dsp:nvSpPr>
        <dsp:cNvPr id="0" name=""/>
        <dsp:cNvSpPr/>
      </dsp:nvSpPr>
      <dsp:spPr>
        <a:xfrm>
          <a:off x="0" y="1034339"/>
          <a:ext cx="5676900" cy="608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Fast development (Hot Reload)</a:t>
          </a:r>
        </a:p>
      </dsp:txBody>
      <dsp:txXfrm>
        <a:off x="29700" y="1064039"/>
        <a:ext cx="5617500" cy="549000"/>
      </dsp:txXfrm>
    </dsp:sp>
    <dsp:sp modelId="{A2185592-311B-440E-87B8-E45A41B7D9F6}">
      <dsp:nvSpPr>
        <dsp:cNvPr id="0" name=""/>
        <dsp:cNvSpPr/>
      </dsp:nvSpPr>
      <dsp:spPr>
        <a:xfrm>
          <a:off x="0" y="1717619"/>
          <a:ext cx="5676900" cy="608400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One codebase for iOS/Android</a:t>
          </a:r>
        </a:p>
      </dsp:txBody>
      <dsp:txXfrm>
        <a:off x="29700" y="1747319"/>
        <a:ext cx="5617500" cy="549000"/>
      </dsp:txXfrm>
    </dsp:sp>
    <dsp:sp modelId="{B6830ECB-6753-440B-83DE-41EE94E58935}">
      <dsp:nvSpPr>
        <dsp:cNvPr id="0" name=""/>
        <dsp:cNvSpPr/>
      </dsp:nvSpPr>
      <dsp:spPr>
        <a:xfrm>
          <a:off x="0" y="2400900"/>
          <a:ext cx="5676900" cy="60840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High performance &amp; smooth UI</a:t>
          </a:r>
        </a:p>
      </dsp:txBody>
      <dsp:txXfrm>
        <a:off x="29700" y="2430600"/>
        <a:ext cx="5617500" cy="549000"/>
      </dsp:txXfrm>
    </dsp:sp>
    <dsp:sp modelId="{A8CDD0A9-708A-4514-840E-3670131211D2}">
      <dsp:nvSpPr>
        <dsp:cNvPr id="0" name=""/>
        <dsp:cNvSpPr/>
      </dsp:nvSpPr>
      <dsp:spPr>
        <a:xfrm>
          <a:off x="0" y="3084180"/>
          <a:ext cx="5676900" cy="608400"/>
        </a:xfrm>
        <a:prstGeom prst="round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Beautiful UI with consistent rendering</a:t>
          </a:r>
        </a:p>
      </dsp:txBody>
      <dsp:txXfrm>
        <a:off x="29700" y="3113880"/>
        <a:ext cx="5617500" cy="549000"/>
      </dsp:txXfrm>
    </dsp:sp>
    <dsp:sp modelId="{9EA12499-B820-451A-BA56-087725122552}">
      <dsp:nvSpPr>
        <dsp:cNvPr id="0" name=""/>
        <dsp:cNvSpPr/>
      </dsp:nvSpPr>
      <dsp:spPr>
        <a:xfrm>
          <a:off x="0" y="3767460"/>
          <a:ext cx="5676900" cy="6084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Perfect for multilingual apps	</a:t>
          </a:r>
        </a:p>
      </dsp:txBody>
      <dsp:txXfrm>
        <a:off x="29700" y="3797160"/>
        <a:ext cx="5617500" cy="549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5C34-4492-4488-B398-33BB430F879E}">
      <dsp:nvSpPr>
        <dsp:cNvPr id="0" name=""/>
        <dsp:cNvSpPr/>
      </dsp:nvSpPr>
      <dsp:spPr>
        <a:xfrm>
          <a:off x="0" y="841560"/>
          <a:ext cx="5676900" cy="678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Fast review flow (under 1 minute)</a:t>
          </a:r>
          <a:endParaRPr lang="en-US" sz="2900" kern="1200" dirty="0"/>
        </a:p>
      </dsp:txBody>
      <dsp:txXfrm>
        <a:off x="33127" y="874687"/>
        <a:ext cx="5610646" cy="612346"/>
      </dsp:txXfrm>
    </dsp:sp>
    <dsp:sp modelId="{54CABE5E-6C7D-4502-9D41-70DFD45D3245}">
      <dsp:nvSpPr>
        <dsp:cNvPr id="0" name=""/>
        <dsp:cNvSpPr/>
      </dsp:nvSpPr>
      <dsp:spPr>
        <a:xfrm>
          <a:off x="0" y="1603680"/>
          <a:ext cx="5676900" cy="678600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Ingredient-level rating</a:t>
          </a:r>
          <a:endParaRPr lang="en-US" sz="2900" kern="1200" dirty="0"/>
        </a:p>
      </dsp:txBody>
      <dsp:txXfrm>
        <a:off x="33127" y="1636807"/>
        <a:ext cx="5610646" cy="612346"/>
      </dsp:txXfrm>
    </dsp:sp>
    <dsp:sp modelId="{2EE277D1-C286-4BB3-B389-C33723586721}">
      <dsp:nvSpPr>
        <dsp:cNvPr id="0" name=""/>
        <dsp:cNvSpPr/>
      </dsp:nvSpPr>
      <dsp:spPr>
        <a:xfrm>
          <a:off x="0" y="2365800"/>
          <a:ext cx="5676900" cy="67860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Earn points for each review</a:t>
          </a:r>
          <a:endParaRPr lang="en-US" sz="2900" kern="1200" dirty="0"/>
        </a:p>
      </dsp:txBody>
      <dsp:txXfrm>
        <a:off x="33127" y="2398927"/>
        <a:ext cx="5610646" cy="612346"/>
      </dsp:txXfrm>
    </dsp:sp>
    <dsp:sp modelId="{4F4E6CB0-0610-4CB5-96BA-D60046A38847}">
      <dsp:nvSpPr>
        <dsp:cNvPr id="0" name=""/>
        <dsp:cNvSpPr/>
      </dsp:nvSpPr>
      <dsp:spPr>
        <a:xfrm>
          <a:off x="0" y="3127920"/>
          <a:ext cx="5676900" cy="678600"/>
        </a:xfrm>
        <a:prstGeom prst="round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Language switching EN/AR</a:t>
          </a:r>
          <a:endParaRPr lang="en-US" sz="2900" kern="1200" dirty="0"/>
        </a:p>
      </dsp:txBody>
      <dsp:txXfrm>
        <a:off x="33127" y="3161047"/>
        <a:ext cx="5610646" cy="612346"/>
      </dsp:txXfrm>
    </dsp:sp>
    <dsp:sp modelId="{931A954C-31DB-477E-98DE-946717D6BB71}">
      <dsp:nvSpPr>
        <dsp:cNvPr id="0" name=""/>
        <dsp:cNvSpPr/>
      </dsp:nvSpPr>
      <dsp:spPr>
        <a:xfrm>
          <a:off x="0" y="3890040"/>
          <a:ext cx="5676900" cy="6786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Voice-to-text comments</a:t>
          </a:r>
          <a:endParaRPr lang="en-US" sz="2900" kern="1200" dirty="0"/>
        </a:p>
      </dsp:txBody>
      <dsp:txXfrm>
        <a:off x="33127" y="3923167"/>
        <a:ext cx="5610646" cy="6123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7946D5-AD78-436B-823A-53ABA5F1C871}">
      <dsp:nvSpPr>
        <dsp:cNvPr id="0" name=""/>
        <dsp:cNvSpPr/>
      </dsp:nvSpPr>
      <dsp:spPr>
        <a:xfrm>
          <a:off x="0" y="21437"/>
          <a:ext cx="5212080" cy="8745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User opens the app</a:t>
          </a:r>
          <a:endParaRPr lang="en-US" sz="2300" kern="1200"/>
        </a:p>
      </dsp:txBody>
      <dsp:txXfrm>
        <a:off x="42693" y="64130"/>
        <a:ext cx="5126694" cy="789189"/>
      </dsp:txXfrm>
    </dsp:sp>
    <dsp:sp modelId="{AF8A1DDB-F0FA-4633-A533-49B87D84F89F}">
      <dsp:nvSpPr>
        <dsp:cNvPr id="0" name=""/>
        <dsp:cNvSpPr/>
      </dsp:nvSpPr>
      <dsp:spPr>
        <a:xfrm>
          <a:off x="0" y="962252"/>
          <a:ext cx="5212080" cy="8745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Sees welcome message and language toggle</a:t>
          </a:r>
          <a:endParaRPr lang="en-US" sz="2300" kern="1200"/>
        </a:p>
      </dsp:txBody>
      <dsp:txXfrm>
        <a:off x="42693" y="1004945"/>
        <a:ext cx="5126694" cy="789189"/>
      </dsp:txXfrm>
    </dsp:sp>
    <dsp:sp modelId="{32074269-FD41-4B5B-8F81-A82F80A1020C}">
      <dsp:nvSpPr>
        <dsp:cNvPr id="0" name=""/>
        <dsp:cNvSpPr/>
      </dsp:nvSpPr>
      <dsp:spPr>
        <a:xfrm>
          <a:off x="0" y="1903068"/>
          <a:ext cx="5212080" cy="8745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Enters phone number (optional)</a:t>
          </a:r>
          <a:endParaRPr lang="en-US" sz="2300" kern="1200"/>
        </a:p>
      </dsp:txBody>
      <dsp:txXfrm>
        <a:off x="42693" y="1945761"/>
        <a:ext cx="5126694" cy="789189"/>
      </dsp:txXfrm>
    </dsp:sp>
    <dsp:sp modelId="{0A819189-C219-4F7E-8EFC-94A1C0580F65}">
      <dsp:nvSpPr>
        <dsp:cNvPr id="0" name=""/>
        <dsp:cNvSpPr/>
      </dsp:nvSpPr>
      <dsp:spPr>
        <a:xfrm>
          <a:off x="0" y="2843883"/>
          <a:ext cx="5212080" cy="8745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“Start” button begins the experience</a:t>
          </a:r>
          <a:endParaRPr lang="en-US" sz="2300" kern="1200"/>
        </a:p>
      </dsp:txBody>
      <dsp:txXfrm>
        <a:off x="42693" y="2886576"/>
        <a:ext cx="5126694" cy="7891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B94FB-FCCE-4056-A458-3F344DAD1A2C}">
      <dsp:nvSpPr>
        <dsp:cNvPr id="0" name=""/>
        <dsp:cNvSpPr/>
      </dsp:nvSpPr>
      <dsp:spPr>
        <a:xfrm>
          <a:off x="0" y="46097"/>
          <a:ext cx="5212080" cy="1158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 dirty="0"/>
            <a:t>List of available meals with images</a:t>
          </a:r>
          <a:endParaRPr lang="en-US" sz="3000" kern="1200" dirty="0"/>
        </a:p>
      </dsp:txBody>
      <dsp:txXfrm>
        <a:off x="56543" y="102640"/>
        <a:ext cx="5098994" cy="1045213"/>
      </dsp:txXfrm>
    </dsp:sp>
    <dsp:sp modelId="{FE829670-FB7E-4B72-A978-E5032A7D1B61}">
      <dsp:nvSpPr>
        <dsp:cNvPr id="0" name=""/>
        <dsp:cNvSpPr/>
      </dsp:nvSpPr>
      <dsp:spPr>
        <a:xfrm>
          <a:off x="0" y="1290797"/>
          <a:ext cx="5212080" cy="1158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Each card shows name + description</a:t>
          </a:r>
          <a:endParaRPr lang="en-US" sz="3000" kern="1200"/>
        </a:p>
      </dsp:txBody>
      <dsp:txXfrm>
        <a:off x="56543" y="1347340"/>
        <a:ext cx="5098994" cy="1045213"/>
      </dsp:txXfrm>
    </dsp:sp>
    <dsp:sp modelId="{078D5EBC-69A6-417F-9003-3C758E37A13C}">
      <dsp:nvSpPr>
        <dsp:cNvPr id="0" name=""/>
        <dsp:cNvSpPr/>
      </dsp:nvSpPr>
      <dsp:spPr>
        <a:xfrm>
          <a:off x="0" y="2535498"/>
          <a:ext cx="5212080" cy="1158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User taps any meal to review</a:t>
          </a:r>
          <a:endParaRPr lang="en-US" sz="3000" kern="1200"/>
        </a:p>
      </dsp:txBody>
      <dsp:txXfrm>
        <a:off x="56543" y="2592041"/>
        <a:ext cx="5098994" cy="104521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683C9-E5B1-400E-AFA7-9D503ABAAD86}">
      <dsp:nvSpPr>
        <dsp:cNvPr id="0" name=""/>
        <dsp:cNvSpPr/>
      </dsp:nvSpPr>
      <dsp:spPr>
        <a:xfrm>
          <a:off x="0" y="6407"/>
          <a:ext cx="521208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/>
            <a:t>Service rating</a:t>
          </a:r>
          <a:endParaRPr lang="en-US" sz="2900" kern="1200" dirty="0"/>
        </a:p>
      </dsp:txBody>
      <dsp:txXfrm>
        <a:off x="33127" y="39534"/>
        <a:ext cx="5145826" cy="612346"/>
      </dsp:txXfrm>
    </dsp:sp>
    <dsp:sp modelId="{35430C97-2133-4078-926E-4837B1687848}">
      <dsp:nvSpPr>
        <dsp:cNvPr id="0" name=""/>
        <dsp:cNvSpPr/>
      </dsp:nvSpPr>
      <dsp:spPr>
        <a:xfrm>
          <a:off x="0" y="768528"/>
          <a:ext cx="521208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Food rating</a:t>
          </a:r>
          <a:endParaRPr lang="en-US" sz="2900" kern="1200"/>
        </a:p>
      </dsp:txBody>
      <dsp:txXfrm>
        <a:off x="33127" y="801655"/>
        <a:ext cx="5145826" cy="612346"/>
      </dsp:txXfrm>
    </dsp:sp>
    <dsp:sp modelId="{98BD8CD5-FE84-444E-8596-8788A0358C53}">
      <dsp:nvSpPr>
        <dsp:cNvPr id="0" name=""/>
        <dsp:cNvSpPr/>
      </dsp:nvSpPr>
      <dsp:spPr>
        <a:xfrm>
          <a:off x="0" y="1530648"/>
          <a:ext cx="521208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Overall experience</a:t>
          </a:r>
          <a:endParaRPr lang="en-US" sz="2900" kern="1200"/>
        </a:p>
      </dsp:txBody>
      <dsp:txXfrm>
        <a:off x="33127" y="1563775"/>
        <a:ext cx="5145826" cy="612346"/>
      </dsp:txXfrm>
    </dsp:sp>
    <dsp:sp modelId="{805AC0A8-E1D4-45A0-87A7-ABAD36F937AF}">
      <dsp:nvSpPr>
        <dsp:cNvPr id="0" name=""/>
        <dsp:cNvSpPr/>
      </dsp:nvSpPr>
      <dsp:spPr>
        <a:xfrm>
          <a:off x="0" y="2292768"/>
          <a:ext cx="521208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Clear star system</a:t>
          </a:r>
          <a:endParaRPr lang="en-US" sz="2900" kern="1200"/>
        </a:p>
      </dsp:txBody>
      <dsp:txXfrm>
        <a:off x="33127" y="2325895"/>
        <a:ext cx="5145826" cy="612346"/>
      </dsp:txXfrm>
    </dsp:sp>
    <dsp:sp modelId="{C2F14EE8-FE82-468C-83A6-743E51A885BC}">
      <dsp:nvSpPr>
        <dsp:cNvPr id="0" name=""/>
        <dsp:cNvSpPr/>
      </dsp:nvSpPr>
      <dsp:spPr>
        <a:xfrm>
          <a:off x="0" y="3054888"/>
          <a:ext cx="521208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Validation for missing ratings</a:t>
          </a:r>
          <a:endParaRPr lang="en-US" sz="2900" kern="1200"/>
        </a:p>
      </dsp:txBody>
      <dsp:txXfrm>
        <a:off x="33127" y="3088015"/>
        <a:ext cx="5145826" cy="6123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E72D2-5AD5-420C-9BB9-35AEFF3B82F7}">
      <dsp:nvSpPr>
        <dsp:cNvPr id="0" name=""/>
        <dsp:cNvSpPr/>
      </dsp:nvSpPr>
      <dsp:spPr>
        <a:xfrm>
          <a:off x="0" y="1552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8E6C4-AB1A-475C-A055-4434206A758F}">
      <dsp:nvSpPr>
        <dsp:cNvPr id="0" name=""/>
        <dsp:cNvSpPr/>
      </dsp:nvSpPr>
      <dsp:spPr>
        <a:xfrm>
          <a:off x="237974" y="178558"/>
          <a:ext cx="432681" cy="432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B6D9B-ACD8-4884-B836-966C48F4D9DF}">
      <dsp:nvSpPr>
        <dsp:cNvPr id="0" name=""/>
        <dsp:cNvSpPr/>
      </dsp:nvSpPr>
      <dsp:spPr>
        <a:xfrm>
          <a:off x="908630" y="1552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User types or taps microphone</a:t>
          </a:r>
          <a:endParaRPr lang="en-US" sz="2100" kern="1200" dirty="0"/>
        </a:p>
      </dsp:txBody>
      <dsp:txXfrm>
        <a:off x="908630" y="1552"/>
        <a:ext cx="4303449" cy="786692"/>
      </dsp:txXfrm>
    </dsp:sp>
    <dsp:sp modelId="{20C4330D-7E46-4AE9-A5C5-0665B9718ADC}">
      <dsp:nvSpPr>
        <dsp:cNvPr id="0" name=""/>
        <dsp:cNvSpPr/>
      </dsp:nvSpPr>
      <dsp:spPr>
        <a:xfrm>
          <a:off x="0" y="984918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6563C-128C-40BF-917D-B1CB6CB0BE21}">
      <dsp:nvSpPr>
        <dsp:cNvPr id="0" name=""/>
        <dsp:cNvSpPr/>
      </dsp:nvSpPr>
      <dsp:spPr>
        <a:xfrm>
          <a:off x="237974" y="1161924"/>
          <a:ext cx="432681" cy="432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E589A-CCCC-4B64-9D37-65C88CA3C560}">
      <dsp:nvSpPr>
        <dsp:cNvPr id="0" name=""/>
        <dsp:cNvSpPr/>
      </dsp:nvSpPr>
      <dsp:spPr>
        <a:xfrm>
          <a:off x="908630" y="984918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Speech recognized into text</a:t>
          </a:r>
          <a:endParaRPr lang="en-US" sz="2100" kern="1200"/>
        </a:p>
      </dsp:txBody>
      <dsp:txXfrm>
        <a:off x="908630" y="984918"/>
        <a:ext cx="4303449" cy="786692"/>
      </dsp:txXfrm>
    </dsp:sp>
    <dsp:sp modelId="{A94CB188-9874-4BB2-9521-7A02D9DFD853}">
      <dsp:nvSpPr>
        <dsp:cNvPr id="0" name=""/>
        <dsp:cNvSpPr/>
      </dsp:nvSpPr>
      <dsp:spPr>
        <a:xfrm>
          <a:off x="0" y="1968284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B0DFB-6E02-418A-A7F0-2DA0279BB237}">
      <dsp:nvSpPr>
        <dsp:cNvPr id="0" name=""/>
        <dsp:cNvSpPr/>
      </dsp:nvSpPr>
      <dsp:spPr>
        <a:xfrm>
          <a:off x="237974" y="2145290"/>
          <a:ext cx="432681" cy="432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799F1-6327-4832-9776-8BDA132ABDAE}">
      <dsp:nvSpPr>
        <dsp:cNvPr id="0" name=""/>
        <dsp:cNvSpPr/>
      </dsp:nvSpPr>
      <dsp:spPr>
        <a:xfrm>
          <a:off x="908630" y="1968284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Sentiment analysis validates comment</a:t>
          </a:r>
          <a:endParaRPr lang="en-US" sz="2100" kern="1200"/>
        </a:p>
      </dsp:txBody>
      <dsp:txXfrm>
        <a:off x="908630" y="1968284"/>
        <a:ext cx="4303449" cy="786692"/>
      </dsp:txXfrm>
    </dsp:sp>
    <dsp:sp modelId="{E9D1A4C9-4A96-48EC-B14E-C5731075C115}">
      <dsp:nvSpPr>
        <dsp:cNvPr id="0" name=""/>
        <dsp:cNvSpPr/>
      </dsp:nvSpPr>
      <dsp:spPr>
        <a:xfrm>
          <a:off x="0" y="2951650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A1FE3-7F12-43E6-9E55-F9F8C6BC120B}">
      <dsp:nvSpPr>
        <dsp:cNvPr id="0" name=""/>
        <dsp:cNvSpPr/>
      </dsp:nvSpPr>
      <dsp:spPr>
        <a:xfrm>
          <a:off x="237974" y="3128656"/>
          <a:ext cx="432681" cy="4326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6CAD0-45DC-44AE-BCAD-EB9019FB6C5E}">
      <dsp:nvSpPr>
        <dsp:cNvPr id="0" name=""/>
        <dsp:cNvSpPr/>
      </dsp:nvSpPr>
      <dsp:spPr>
        <a:xfrm>
          <a:off x="908630" y="2951650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Prevents contradictory feedback</a:t>
          </a:r>
          <a:endParaRPr lang="en-US" sz="2100" kern="1200"/>
        </a:p>
      </dsp:txBody>
      <dsp:txXfrm>
        <a:off x="908630" y="2951650"/>
        <a:ext cx="4303449" cy="78669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4F34E-DE72-4342-A599-CFFCB423849D}">
      <dsp:nvSpPr>
        <dsp:cNvPr id="0" name=""/>
        <dsp:cNvSpPr/>
      </dsp:nvSpPr>
      <dsp:spPr>
        <a:xfrm>
          <a:off x="0" y="607733"/>
          <a:ext cx="5212080" cy="1121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1AD92-535C-47D3-BBEC-83626C349F46}">
      <dsp:nvSpPr>
        <dsp:cNvPr id="0" name=""/>
        <dsp:cNvSpPr/>
      </dsp:nvSpPr>
      <dsp:spPr>
        <a:xfrm>
          <a:off x="339395" y="860176"/>
          <a:ext cx="617082" cy="6170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C85C9-E24C-4E16-9FC5-182FB1223D56}">
      <dsp:nvSpPr>
        <dsp:cNvPr id="0" name=""/>
        <dsp:cNvSpPr/>
      </dsp:nvSpPr>
      <dsp:spPr>
        <a:xfrm>
          <a:off x="1295873" y="607733"/>
          <a:ext cx="3916206" cy="112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42" tIns="118742" rIns="118742" bIns="118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Simple Yes/No toggle</a:t>
          </a:r>
          <a:endParaRPr lang="en-US" sz="2500" kern="1200"/>
        </a:p>
      </dsp:txBody>
      <dsp:txXfrm>
        <a:off x="1295873" y="607733"/>
        <a:ext cx="3916206" cy="1121968"/>
      </dsp:txXfrm>
    </dsp:sp>
    <dsp:sp modelId="{771123BE-3029-4A8E-9779-D8E52D4BF251}">
      <dsp:nvSpPr>
        <dsp:cNvPr id="0" name=""/>
        <dsp:cNvSpPr/>
      </dsp:nvSpPr>
      <dsp:spPr>
        <a:xfrm>
          <a:off x="0" y="2010194"/>
          <a:ext cx="5212080" cy="1121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9FCF7-69EA-425E-9670-1B87A51F0FEA}">
      <dsp:nvSpPr>
        <dsp:cNvPr id="0" name=""/>
        <dsp:cNvSpPr/>
      </dsp:nvSpPr>
      <dsp:spPr>
        <a:xfrm>
          <a:off x="339395" y="2262637"/>
          <a:ext cx="617082" cy="6170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690B6-B7E4-42B0-93EB-D576818BBE09}">
      <dsp:nvSpPr>
        <dsp:cNvPr id="0" name=""/>
        <dsp:cNvSpPr/>
      </dsp:nvSpPr>
      <dsp:spPr>
        <a:xfrm>
          <a:off x="1295873" y="2010194"/>
          <a:ext cx="3916206" cy="112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42" tIns="118742" rIns="118742" bIns="118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Affects business analytics</a:t>
          </a:r>
          <a:endParaRPr lang="en-US" sz="2500" kern="1200"/>
        </a:p>
      </dsp:txBody>
      <dsp:txXfrm>
        <a:off x="1295873" y="2010194"/>
        <a:ext cx="3916206" cy="112196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4D33A-95E4-45BB-9A0F-D3AF8B974B59}">
      <dsp:nvSpPr>
        <dsp:cNvPr id="0" name=""/>
        <dsp:cNvSpPr/>
      </dsp:nvSpPr>
      <dsp:spPr>
        <a:xfrm>
          <a:off x="0" y="1552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24832-3C76-49C6-B842-8B34A08357D4}">
      <dsp:nvSpPr>
        <dsp:cNvPr id="0" name=""/>
        <dsp:cNvSpPr/>
      </dsp:nvSpPr>
      <dsp:spPr>
        <a:xfrm>
          <a:off x="237974" y="178558"/>
          <a:ext cx="432681" cy="432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3DCF9-57B0-4403-8A50-536BCD7DD1F0}">
      <dsp:nvSpPr>
        <dsp:cNvPr id="0" name=""/>
        <dsp:cNvSpPr/>
      </dsp:nvSpPr>
      <dsp:spPr>
        <a:xfrm>
          <a:off x="908630" y="1552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App checks consistency</a:t>
          </a:r>
          <a:endParaRPr lang="en-US" sz="2200" kern="1200" dirty="0"/>
        </a:p>
      </dsp:txBody>
      <dsp:txXfrm>
        <a:off x="908630" y="1552"/>
        <a:ext cx="4303449" cy="786692"/>
      </dsp:txXfrm>
    </dsp:sp>
    <dsp:sp modelId="{ED0B3C4C-5CBE-4073-8AB0-886D44F2729C}">
      <dsp:nvSpPr>
        <dsp:cNvPr id="0" name=""/>
        <dsp:cNvSpPr/>
      </dsp:nvSpPr>
      <dsp:spPr>
        <a:xfrm>
          <a:off x="0" y="984918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A5442-6E6C-4E8D-B3DE-5BE8000C31CD}">
      <dsp:nvSpPr>
        <dsp:cNvPr id="0" name=""/>
        <dsp:cNvSpPr/>
      </dsp:nvSpPr>
      <dsp:spPr>
        <a:xfrm>
          <a:off x="237974" y="1161924"/>
          <a:ext cx="432681" cy="432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B4186-7ED0-4C7B-A8F1-2AF8F17372B7}">
      <dsp:nvSpPr>
        <dsp:cNvPr id="0" name=""/>
        <dsp:cNvSpPr/>
      </dsp:nvSpPr>
      <dsp:spPr>
        <a:xfrm>
          <a:off x="908630" y="984918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Shows thank-you dialog</a:t>
          </a:r>
          <a:endParaRPr lang="en-US" sz="2200" kern="1200"/>
        </a:p>
      </dsp:txBody>
      <dsp:txXfrm>
        <a:off x="908630" y="984918"/>
        <a:ext cx="4303449" cy="786692"/>
      </dsp:txXfrm>
    </dsp:sp>
    <dsp:sp modelId="{4ABD0E10-FEE9-4EF2-92E3-5943BD228620}">
      <dsp:nvSpPr>
        <dsp:cNvPr id="0" name=""/>
        <dsp:cNvSpPr/>
      </dsp:nvSpPr>
      <dsp:spPr>
        <a:xfrm>
          <a:off x="0" y="1968284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6A91A3-0D31-41C5-8C44-5389A0CADD34}">
      <dsp:nvSpPr>
        <dsp:cNvPr id="0" name=""/>
        <dsp:cNvSpPr/>
      </dsp:nvSpPr>
      <dsp:spPr>
        <a:xfrm>
          <a:off x="237974" y="2145290"/>
          <a:ext cx="432681" cy="432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991C0-C47E-4469-890F-689D8482B778}">
      <dsp:nvSpPr>
        <dsp:cNvPr id="0" name=""/>
        <dsp:cNvSpPr/>
      </dsp:nvSpPr>
      <dsp:spPr>
        <a:xfrm>
          <a:off x="908630" y="1968284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Awards 10 points to the user</a:t>
          </a:r>
          <a:endParaRPr lang="en-US" sz="2200" kern="1200"/>
        </a:p>
      </dsp:txBody>
      <dsp:txXfrm>
        <a:off x="908630" y="1968284"/>
        <a:ext cx="4303449" cy="786692"/>
      </dsp:txXfrm>
    </dsp:sp>
    <dsp:sp modelId="{F7A21A01-858C-4FB3-B841-0178071C95F4}">
      <dsp:nvSpPr>
        <dsp:cNvPr id="0" name=""/>
        <dsp:cNvSpPr/>
      </dsp:nvSpPr>
      <dsp:spPr>
        <a:xfrm>
          <a:off x="0" y="2951650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F4DAC-06EA-476F-A584-B3BE04997A0F}">
      <dsp:nvSpPr>
        <dsp:cNvPr id="0" name=""/>
        <dsp:cNvSpPr/>
      </dsp:nvSpPr>
      <dsp:spPr>
        <a:xfrm>
          <a:off x="237974" y="3128656"/>
          <a:ext cx="432681" cy="4326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A187F-F03C-41D3-9461-4AD37B28EED6}">
      <dsp:nvSpPr>
        <dsp:cNvPr id="0" name=""/>
        <dsp:cNvSpPr/>
      </dsp:nvSpPr>
      <dsp:spPr>
        <a:xfrm>
          <a:off x="908630" y="2951650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Returns to meals list</a:t>
          </a:r>
          <a:endParaRPr lang="en-US" sz="2200" kern="1200"/>
        </a:p>
      </dsp:txBody>
      <dsp:txXfrm>
        <a:off x="908630" y="2951650"/>
        <a:ext cx="4303449" cy="78669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5A8CA-D043-43D8-BB3C-044DA8D8F87E}">
      <dsp:nvSpPr>
        <dsp:cNvPr id="0" name=""/>
        <dsp:cNvSpPr/>
      </dsp:nvSpPr>
      <dsp:spPr>
        <a:xfrm>
          <a:off x="0" y="12505"/>
          <a:ext cx="5212080" cy="11787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Grid of ingredients</a:t>
          </a:r>
          <a:endParaRPr lang="en-US" sz="3100" kern="1200"/>
        </a:p>
      </dsp:txBody>
      <dsp:txXfrm>
        <a:off x="57543" y="70048"/>
        <a:ext cx="5096994" cy="1063689"/>
      </dsp:txXfrm>
    </dsp:sp>
    <dsp:sp modelId="{DDB45B58-2F9E-416C-8DC4-5AEE6B105386}">
      <dsp:nvSpPr>
        <dsp:cNvPr id="0" name=""/>
        <dsp:cNvSpPr/>
      </dsp:nvSpPr>
      <dsp:spPr>
        <a:xfrm>
          <a:off x="0" y="1280560"/>
          <a:ext cx="5212080" cy="11787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Each with 5-star rating</a:t>
          </a:r>
          <a:endParaRPr lang="en-US" sz="3100" kern="1200"/>
        </a:p>
      </dsp:txBody>
      <dsp:txXfrm>
        <a:off x="57543" y="1338103"/>
        <a:ext cx="5096994" cy="1063689"/>
      </dsp:txXfrm>
    </dsp:sp>
    <dsp:sp modelId="{5813C8B5-15C1-49B9-9252-5B831006D818}">
      <dsp:nvSpPr>
        <dsp:cNvPr id="0" name=""/>
        <dsp:cNvSpPr/>
      </dsp:nvSpPr>
      <dsp:spPr>
        <a:xfrm>
          <a:off x="0" y="2548615"/>
          <a:ext cx="5212080" cy="11787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Must rate all before submitting</a:t>
          </a:r>
          <a:endParaRPr lang="en-US" sz="3100" kern="1200"/>
        </a:p>
      </dsp:txBody>
      <dsp:txXfrm>
        <a:off x="57543" y="2606158"/>
        <a:ext cx="5096994" cy="106368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C2274-47EF-4110-BDAF-5D6A045D3901}">
      <dsp:nvSpPr>
        <dsp:cNvPr id="0" name=""/>
        <dsp:cNvSpPr/>
      </dsp:nvSpPr>
      <dsp:spPr>
        <a:xfrm>
          <a:off x="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12528-70B7-475F-8F3F-1C42926898AB}">
      <dsp:nvSpPr>
        <dsp:cNvPr id="0" name=""/>
        <dsp:cNvSpPr/>
      </dsp:nvSpPr>
      <dsp:spPr>
        <a:xfrm>
          <a:off x="33411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 dirty="0"/>
            <a:t>+10 points per review</a:t>
          </a:r>
          <a:endParaRPr lang="en-US" sz="3800" kern="1200" dirty="0"/>
        </a:p>
      </dsp:txBody>
      <dsp:txXfrm>
        <a:off x="390046" y="1129963"/>
        <a:ext cx="2895218" cy="1797636"/>
      </dsp:txXfrm>
    </dsp:sp>
    <dsp:sp modelId="{B234719F-AFE5-4BDB-9CD0-381A27499E27}">
      <dsp:nvSpPr>
        <dsp:cNvPr id="0" name=""/>
        <dsp:cNvSpPr/>
      </dsp:nvSpPr>
      <dsp:spPr>
        <a:xfrm>
          <a:off x="367531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5129C-D268-4402-80A4-F771E5C0C753}">
      <dsp:nvSpPr>
        <dsp:cNvPr id="0" name=""/>
        <dsp:cNvSpPr/>
      </dsp:nvSpPr>
      <dsp:spPr>
        <a:xfrm>
          <a:off x="400942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Points stored in database</a:t>
          </a:r>
          <a:endParaRPr lang="en-US" sz="3800" kern="1200"/>
        </a:p>
      </dsp:txBody>
      <dsp:txXfrm>
        <a:off x="4065356" y="1129963"/>
        <a:ext cx="2895218" cy="1797636"/>
      </dsp:txXfrm>
    </dsp:sp>
    <dsp:sp modelId="{4452B2FA-2927-42C2-B9C0-53BBBAF29443}">
      <dsp:nvSpPr>
        <dsp:cNvPr id="0" name=""/>
        <dsp:cNvSpPr/>
      </dsp:nvSpPr>
      <dsp:spPr>
        <a:xfrm>
          <a:off x="7350620" y="756623"/>
          <a:ext cx="3007072" cy="190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7BCD2-9B07-4AEA-B7D1-7703D9869540}">
      <dsp:nvSpPr>
        <dsp:cNvPr id="0" name=""/>
        <dsp:cNvSpPr/>
      </dsp:nvSpPr>
      <dsp:spPr>
        <a:xfrm>
          <a:off x="7684739" y="1074036"/>
          <a:ext cx="3007072" cy="1909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Encourages repeated feedback</a:t>
          </a:r>
          <a:endParaRPr lang="en-US" sz="3800" kern="1200"/>
        </a:p>
      </dsp:txBody>
      <dsp:txXfrm>
        <a:off x="7740666" y="1129963"/>
        <a:ext cx="2895218" cy="179763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026B8-8CCD-4452-AD8D-6B55F25289E7}">
      <dsp:nvSpPr>
        <dsp:cNvPr id="0" name=""/>
        <dsp:cNvSpPr/>
      </dsp:nvSpPr>
      <dsp:spPr>
        <a:xfrm>
          <a:off x="0" y="1018139"/>
          <a:ext cx="5676900" cy="772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Real-time reviews</a:t>
          </a:r>
          <a:endParaRPr lang="en-US" sz="3300" kern="1200" dirty="0"/>
        </a:p>
      </dsp:txBody>
      <dsp:txXfrm>
        <a:off x="37696" y="1055835"/>
        <a:ext cx="5601508" cy="696808"/>
      </dsp:txXfrm>
    </dsp:sp>
    <dsp:sp modelId="{97E4B86C-1608-4455-BB4E-936FA38941FA}">
      <dsp:nvSpPr>
        <dsp:cNvPr id="0" name=""/>
        <dsp:cNvSpPr/>
      </dsp:nvSpPr>
      <dsp:spPr>
        <a:xfrm>
          <a:off x="0" y="1885380"/>
          <a:ext cx="5676900" cy="772200"/>
        </a:xfrm>
        <a:prstGeom prst="round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Full analytics</a:t>
          </a:r>
          <a:endParaRPr lang="en-US" sz="3300" kern="1200"/>
        </a:p>
      </dsp:txBody>
      <dsp:txXfrm>
        <a:off x="37696" y="1923076"/>
        <a:ext cx="5601508" cy="696808"/>
      </dsp:txXfrm>
    </dsp:sp>
    <dsp:sp modelId="{F183AC5B-4346-4EBE-9D40-D83DA7CA9F23}">
      <dsp:nvSpPr>
        <dsp:cNvPr id="0" name=""/>
        <dsp:cNvSpPr/>
      </dsp:nvSpPr>
      <dsp:spPr>
        <a:xfrm>
          <a:off x="0" y="2752620"/>
          <a:ext cx="5676900" cy="772200"/>
        </a:xfrm>
        <a:prstGeom prst="round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Meal performance insights</a:t>
          </a:r>
          <a:endParaRPr lang="en-US" sz="3300" kern="1200"/>
        </a:p>
      </dsp:txBody>
      <dsp:txXfrm>
        <a:off x="37696" y="2790316"/>
        <a:ext cx="5601508" cy="696808"/>
      </dsp:txXfrm>
    </dsp:sp>
    <dsp:sp modelId="{7AF42867-F54C-449C-A7A3-8967DA3399BE}">
      <dsp:nvSpPr>
        <dsp:cNvPr id="0" name=""/>
        <dsp:cNvSpPr/>
      </dsp:nvSpPr>
      <dsp:spPr>
        <a:xfrm>
          <a:off x="0" y="3619860"/>
          <a:ext cx="5676900" cy="7722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Beautiful charts &amp; dashboards</a:t>
          </a:r>
          <a:endParaRPr lang="en-US" sz="3300" kern="1200"/>
        </a:p>
      </dsp:txBody>
      <dsp:txXfrm>
        <a:off x="37696" y="3657556"/>
        <a:ext cx="5601508" cy="69680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20592-2D68-444E-ABDC-AAFDA458BAC7}">
      <dsp:nvSpPr>
        <dsp:cNvPr id="0" name=""/>
        <dsp:cNvSpPr/>
      </dsp:nvSpPr>
      <dsp:spPr>
        <a:xfrm>
          <a:off x="0" y="1552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C93DA-08A4-493C-A8CF-076D790DEF2C}">
      <dsp:nvSpPr>
        <dsp:cNvPr id="0" name=""/>
        <dsp:cNvSpPr/>
      </dsp:nvSpPr>
      <dsp:spPr>
        <a:xfrm>
          <a:off x="237974" y="178558"/>
          <a:ext cx="432681" cy="432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4D5EF-9EF2-448A-B52F-C2C17A14B8F6}">
      <dsp:nvSpPr>
        <dsp:cNvPr id="0" name=""/>
        <dsp:cNvSpPr/>
      </dsp:nvSpPr>
      <dsp:spPr>
        <a:xfrm>
          <a:off x="908630" y="1552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Total meals</a:t>
          </a:r>
          <a:endParaRPr lang="en-US" sz="2200" kern="1200" dirty="0"/>
        </a:p>
      </dsp:txBody>
      <dsp:txXfrm>
        <a:off x="908630" y="1552"/>
        <a:ext cx="4303449" cy="786692"/>
      </dsp:txXfrm>
    </dsp:sp>
    <dsp:sp modelId="{4668F00A-CDA0-4F84-8608-E36CCC3A6DAE}">
      <dsp:nvSpPr>
        <dsp:cNvPr id="0" name=""/>
        <dsp:cNvSpPr/>
      </dsp:nvSpPr>
      <dsp:spPr>
        <a:xfrm>
          <a:off x="0" y="984918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9A544-A984-472E-845F-A9CA5654BD95}">
      <dsp:nvSpPr>
        <dsp:cNvPr id="0" name=""/>
        <dsp:cNvSpPr/>
      </dsp:nvSpPr>
      <dsp:spPr>
        <a:xfrm>
          <a:off x="237974" y="1161924"/>
          <a:ext cx="432681" cy="432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3FF55-A103-4BC5-ADC2-BDB39004CD88}">
      <dsp:nvSpPr>
        <dsp:cNvPr id="0" name=""/>
        <dsp:cNvSpPr/>
      </dsp:nvSpPr>
      <dsp:spPr>
        <a:xfrm>
          <a:off x="908630" y="984918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Total reviews</a:t>
          </a:r>
          <a:endParaRPr lang="en-US" sz="2200" kern="1200"/>
        </a:p>
      </dsp:txBody>
      <dsp:txXfrm>
        <a:off x="908630" y="984918"/>
        <a:ext cx="4303449" cy="786692"/>
      </dsp:txXfrm>
    </dsp:sp>
    <dsp:sp modelId="{6C5A5EB4-0507-4B2F-B0BF-AF0EFD009775}">
      <dsp:nvSpPr>
        <dsp:cNvPr id="0" name=""/>
        <dsp:cNvSpPr/>
      </dsp:nvSpPr>
      <dsp:spPr>
        <a:xfrm>
          <a:off x="0" y="1968284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FFD11-E8A5-47E1-B180-01E434BD41C8}">
      <dsp:nvSpPr>
        <dsp:cNvPr id="0" name=""/>
        <dsp:cNvSpPr/>
      </dsp:nvSpPr>
      <dsp:spPr>
        <a:xfrm>
          <a:off x="237974" y="2145290"/>
          <a:ext cx="432681" cy="432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F4FFD-0F81-4261-B810-FC3586D95186}">
      <dsp:nvSpPr>
        <dsp:cNvPr id="0" name=""/>
        <dsp:cNvSpPr/>
      </dsp:nvSpPr>
      <dsp:spPr>
        <a:xfrm>
          <a:off x="908630" y="1968284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Overall recommendation rate</a:t>
          </a:r>
          <a:endParaRPr lang="en-US" sz="2200" kern="1200"/>
        </a:p>
      </dsp:txBody>
      <dsp:txXfrm>
        <a:off x="908630" y="1968284"/>
        <a:ext cx="4303449" cy="786692"/>
      </dsp:txXfrm>
    </dsp:sp>
    <dsp:sp modelId="{44F12E67-07B1-44E6-B9E2-B9380983DB22}">
      <dsp:nvSpPr>
        <dsp:cNvPr id="0" name=""/>
        <dsp:cNvSpPr/>
      </dsp:nvSpPr>
      <dsp:spPr>
        <a:xfrm>
          <a:off x="0" y="2951650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EC816-CF5B-4442-953D-A7E90277A133}">
      <dsp:nvSpPr>
        <dsp:cNvPr id="0" name=""/>
        <dsp:cNvSpPr/>
      </dsp:nvSpPr>
      <dsp:spPr>
        <a:xfrm>
          <a:off x="237974" y="3128656"/>
          <a:ext cx="432681" cy="4326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FF4D5-767F-4E08-9980-81C2EFB2C183}">
      <dsp:nvSpPr>
        <dsp:cNvPr id="0" name=""/>
        <dsp:cNvSpPr/>
      </dsp:nvSpPr>
      <dsp:spPr>
        <a:xfrm>
          <a:off x="908630" y="2951650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Entry points to all features</a:t>
          </a:r>
          <a:endParaRPr lang="en-US" sz="2200" kern="1200"/>
        </a:p>
      </dsp:txBody>
      <dsp:txXfrm>
        <a:off x="908630" y="2951650"/>
        <a:ext cx="4303449" cy="78669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78F15-4D8B-43DC-84D3-376F6C3E0B19}">
      <dsp:nvSpPr>
        <dsp:cNvPr id="0" name=""/>
        <dsp:cNvSpPr/>
      </dsp:nvSpPr>
      <dsp:spPr>
        <a:xfrm>
          <a:off x="0" y="745307"/>
          <a:ext cx="521208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All reviews with filter: All / High / Low</a:t>
          </a:r>
          <a:endParaRPr lang="en-US" sz="2200" kern="1200" dirty="0"/>
        </a:p>
      </dsp:txBody>
      <dsp:txXfrm>
        <a:off x="25130" y="770437"/>
        <a:ext cx="5161820" cy="464540"/>
      </dsp:txXfrm>
    </dsp:sp>
    <dsp:sp modelId="{66D7519A-2821-4C6B-96E7-4C8A163853E4}">
      <dsp:nvSpPr>
        <dsp:cNvPr id="0" name=""/>
        <dsp:cNvSpPr/>
      </dsp:nvSpPr>
      <dsp:spPr>
        <a:xfrm>
          <a:off x="0" y="1323467"/>
          <a:ext cx="521208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Colored badges for quick evaluation</a:t>
          </a:r>
          <a:endParaRPr lang="en-US" sz="2200" kern="1200"/>
        </a:p>
      </dsp:txBody>
      <dsp:txXfrm>
        <a:off x="25130" y="1348597"/>
        <a:ext cx="5161820" cy="464540"/>
      </dsp:txXfrm>
    </dsp:sp>
    <dsp:sp modelId="{814ECE89-C18F-41A2-A9B1-470C6086FBC2}">
      <dsp:nvSpPr>
        <dsp:cNvPr id="0" name=""/>
        <dsp:cNvSpPr/>
      </dsp:nvSpPr>
      <dsp:spPr>
        <a:xfrm>
          <a:off x="0" y="1901628"/>
          <a:ext cx="521208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Full rating breakdown</a:t>
          </a:r>
          <a:endParaRPr lang="en-US" sz="2200" kern="1200"/>
        </a:p>
      </dsp:txBody>
      <dsp:txXfrm>
        <a:off x="25130" y="1926758"/>
        <a:ext cx="5161820" cy="464540"/>
      </dsp:txXfrm>
    </dsp:sp>
    <dsp:sp modelId="{876BE962-E560-437A-A8B9-F9EBA2D5FDBF}">
      <dsp:nvSpPr>
        <dsp:cNvPr id="0" name=""/>
        <dsp:cNvSpPr/>
      </dsp:nvSpPr>
      <dsp:spPr>
        <a:xfrm>
          <a:off x="0" y="2479788"/>
          <a:ext cx="521208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Comments + date</a:t>
          </a:r>
          <a:endParaRPr lang="en-US" sz="2200" kern="1200"/>
        </a:p>
      </dsp:txBody>
      <dsp:txXfrm>
        <a:off x="25130" y="2504918"/>
        <a:ext cx="5161820" cy="46454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2085C-8013-4A83-8506-E738B339490F}">
      <dsp:nvSpPr>
        <dsp:cNvPr id="0" name=""/>
        <dsp:cNvSpPr/>
      </dsp:nvSpPr>
      <dsp:spPr>
        <a:xfrm>
          <a:off x="0" y="1552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99E80-2EAA-4D51-9F48-1D7E11B8B3BB}">
      <dsp:nvSpPr>
        <dsp:cNvPr id="0" name=""/>
        <dsp:cNvSpPr/>
      </dsp:nvSpPr>
      <dsp:spPr>
        <a:xfrm>
          <a:off x="237974" y="178558"/>
          <a:ext cx="432681" cy="432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60AC2-E58C-4AC2-B42F-7C7EE56979D2}">
      <dsp:nvSpPr>
        <dsp:cNvPr id="0" name=""/>
        <dsp:cNvSpPr/>
      </dsp:nvSpPr>
      <dsp:spPr>
        <a:xfrm>
          <a:off x="908630" y="1552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Average ratings (Food/Service/Overall)</a:t>
          </a:r>
          <a:endParaRPr lang="en-US" sz="2100" kern="1200" dirty="0"/>
        </a:p>
      </dsp:txBody>
      <dsp:txXfrm>
        <a:off x="908630" y="1552"/>
        <a:ext cx="4303449" cy="786692"/>
      </dsp:txXfrm>
    </dsp:sp>
    <dsp:sp modelId="{677C7484-D90E-4F8D-AE46-5DD8B49C9BAC}">
      <dsp:nvSpPr>
        <dsp:cNvPr id="0" name=""/>
        <dsp:cNvSpPr/>
      </dsp:nvSpPr>
      <dsp:spPr>
        <a:xfrm>
          <a:off x="0" y="984918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F09B8-6B62-40EE-AB0D-3BF1FB830B5B}">
      <dsp:nvSpPr>
        <dsp:cNvPr id="0" name=""/>
        <dsp:cNvSpPr/>
      </dsp:nvSpPr>
      <dsp:spPr>
        <a:xfrm>
          <a:off x="237974" y="1161924"/>
          <a:ext cx="432681" cy="432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8E552-CCCC-463B-99E7-008F50BC4BA5}">
      <dsp:nvSpPr>
        <dsp:cNvPr id="0" name=""/>
        <dsp:cNvSpPr/>
      </dsp:nvSpPr>
      <dsp:spPr>
        <a:xfrm>
          <a:off x="908630" y="984918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Pie chart of recommendations</a:t>
          </a:r>
          <a:endParaRPr lang="en-US" sz="2100" kern="1200"/>
        </a:p>
      </dsp:txBody>
      <dsp:txXfrm>
        <a:off x="908630" y="984918"/>
        <a:ext cx="4303449" cy="786692"/>
      </dsp:txXfrm>
    </dsp:sp>
    <dsp:sp modelId="{405E9C02-DF3D-4ACE-86DE-C16C3485DD87}">
      <dsp:nvSpPr>
        <dsp:cNvPr id="0" name=""/>
        <dsp:cNvSpPr/>
      </dsp:nvSpPr>
      <dsp:spPr>
        <a:xfrm>
          <a:off x="0" y="1968284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CC111-1393-48B9-9470-B8A8015C6AC8}">
      <dsp:nvSpPr>
        <dsp:cNvPr id="0" name=""/>
        <dsp:cNvSpPr/>
      </dsp:nvSpPr>
      <dsp:spPr>
        <a:xfrm>
          <a:off x="237974" y="2145290"/>
          <a:ext cx="432681" cy="432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A1BE8-8F9B-47A2-8BD4-F1F38C0ED403}">
      <dsp:nvSpPr>
        <dsp:cNvPr id="0" name=""/>
        <dsp:cNvSpPr/>
      </dsp:nvSpPr>
      <dsp:spPr>
        <a:xfrm>
          <a:off x="908630" y="1968284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Meal popularity chart</a:t>
          </a:r>
          <a:endParaRPr lang="en-US" sz="2100" kern="1200"/>
        </a:p>
      </dsp:txBody>
      <dsp:txXfrm>
        <a:off x="908630" y="1968284"/>
        <a:ext cx="4303449" cy="786692"/>
      </dsp:txXfrm>
    </dsp:sp>
    <dsp:sp modelId="{DC57E0B9-5069-46E3-8DE8-1E2EAB726903}">
      <dsp:nvSpPr>
        <dsp:cNvPr id="0" name=""/>
        <dsp:cNvSpPr/>
      </dsp:nvSpPr>
      <dsp:spPr>
        <a:xfrm>
          <a:off x="0" y="2951650"/>
          <a:ext cx="5212080" cy="7866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0A51C-EBC1-4EC6-8B39-577957E97C84}">
      <dsp:nvSpPr>
        <dsp:cNvPr id="0" name=""/>
        <dsp:cNvSpPr/>
      </dsp:nvSpPr>
      <dsp:spPr>
        <a:xfrm>
          <a:off x="237974" y="3128656"/>
          <a:ext cx="432681" cy="4326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22B8F-D9CA-45DA-9141-198B476A7DCC}">
      <dsp:nvSpPr>
        <dsp:cNvPr id="0" name=""/>
        <dsp:cNvSpPr/>
      </dsp:nvSpPr>
      <dsp:spPr>
        <a:xfrm>
          <a:off x="908630" y="2951650"/>
          <a:ext cx="4303449" cy="78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258" tIns="83258" rIns="83258" bIns="832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Fully interactive</a:t>
          </a:r>
          <a:endParaRPr lang="en-US" sz="2100" kern="1200" dirty="0"/>
        </a:p>
      </dsp:txBody>
      <dsp:txXfrm>
        <a:off x="908630" y="2951650"/>
        <a:ext cx="4303449" cy="78669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D8EB4-C753-4E3A-B4BF-924E68D12300}">
      <dsp:nvSpPr>
        <dsp:cNvPr id="0" name=""/>
        <dsp:cNvSpPr/>
      </dsp:nvSpPr>
      <dsp:spPr>
        <a:xfrm>
          <a:off x="0" y="187848"/>
          <a:ext cx="5212080" cy="16216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 dirty="0"/>
            <a:t>All meals displayed with images</a:t>
          </a:r>
          <a:endParaRPr lang="en-US" sz="4200" kern="1200" dirty="0"/>
        </a:p>
      </dsp:txBody>
      <dsp:txXfrm>
        <a:off x="79161" y="267009"/>
        <a:ext cx="5053758" cy="1463297"/>
      </dsp:txXfrm>
    </dsp:sp>
    <dsp:sp modelId="{C9092BDC-1300-4619-A959-57007092030D}">
      <dsp:nvSpPr>
        <dsp:cNvPr id="0" name=""/>
        <dsp:cNvSpPr/>
      </dsp:nvSpPr>
      <dsp:spPr>
        <a:xfrm>
          <a:off x="0" y="1930428"/>
          <a:ext cx="5212080" cy="16216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baseline="0"/>
            <a:t>Tap any meal to view its performance</a:t>
          </a:r>
          <a:endParaRPr lang="en-US" sz="4200" kern="1200"/>
        </a:p>
      </dsp:txBody>
      <dsp:txXfrm>
        <a:off x="79161" y="2009589"/>
        <a:ext cx="5053758" cy="146329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12736-7442-4BDE-93D4-C789CAA4D350}">
      <dsp:nvSpPr>
        <dsp:cNvPr id="0" name=""/>
        <dsp:cNvSpPr/>
      </dsp:nvSpPr>
      <dsp:spPr>
        <a:xfrm>
          <a:off x="0" y="55142"/>
          <a:ext cx="521208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Overall score</a:t>
          </a:r>
          <a:endParaRPr lang="en-US" sz="1800" kern="1200" dirty="0"/>
        </a:p>
      </dsp:txBody>
      <dsp:txXfrm>
        <a:off x="33412" y="88554"/>
        <a:ext cx="5145256" cy="617626"/>
      </dsp:txXfrm>
    </dsp:sp>
    <dsp:sp modelId="{DDF6A3E2-71E0-404F-985A-E802D461C345}">
      <dsp:nvSpPr>
        <dsp:cNvPr id="0" name=""/>
        <dsp:cNvSpPr/>
      </dsp:nvSpPr>
      <dsp:spPr>
        <a:xfrm>
          <a:off x="0" y="791432"/>
          <a:ext cx="521208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Food/Service/Experience averages</a:t>
          </a:r>
          <a:endParaRPr lang="en-US" sz="1800" kern="1200"/>
        </a:p>
      </dsp:txBody>
      <dsp:txXfrm>
        <a:off x="33412" y="824844"/>
        <a:ext cx="5145256" cy="617626"/>
      </dsp:txXfrm>
    </dsp:sp>
    <dsp:sp modelId="{4726FD72-D828-4754-B3DE-C6A45DFD9C28}">
      <dsp:nvSpPr>
        <dsp:cNvPr id="0" name=""/>
        <dsp:cNvSpPr/>
      </dsp:nvSpPr>
      <dsp:spPr>
        <a:xfrm>
          <a:off x="0" y="1527722"/>
          <a:ext cx="521208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Rating distribution (1–5 stars)</a:t>
          </a:r>
          <a:endParaRPr lang="en-US" sz="1800" kern="1200"/>
        </a:p>
      </dsp:txBody>
      <dsp:txXfrm>
        <a:off x="33412" y="1561134"/>
        <a:ext cx="5145256" cy="617626"/>
      </dsp:txXfrm>
    </dsp:sp>
    <dsp:sp modelId="{8F298417-2242-4D63-991E-E621BF59EB72}">
      <dsp:nvSpPr>
        <dsp:cNvPr id="0" name=""/>
        <dsp:cNvSpPr/>
      </dsp:nvSpPr>
      <dsp:spPr>
        <a:xfrm>
          <a:off x="0" y="2264013"/>
          <a:ext cx="521208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Recommendation percentage</a:t>
          </a:r>
          <a:endParaRPr lang="en-US" sz="1800" kern="1200"/>
        </a:p>
      </dsp:txBody>
      <dsp:txXfrm>
        <a:off x="33412" y="2297425"/>
        <a:ext cx="5145256" cy="617626"/>
      </dsp:txXfrm>
    </dsp:sp>
    <dsp:sp modelId="{31CD5786-3682-44F3-A452-F40DCFE35F5E}">
      <dsp:nvSpPr>
        <dsp:cNvPr id="0" name=""/>
        <dsp:cNvSpPr/>
      </dsp:nvSpPr>
      <dsp:spPr>
        <a:xfrm>
          <a:off x="0" y="3000302"/>
          <a:ext cx="521208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“Excellent / Good / Needs Improvement” indicator</a:t>
          </a:r>
          <a:endParaRPr lang="en-US" sz="1800" kern="1200"/>
        </a:p>
      </dsp:txBody>
      <dsp:txXfrm>
        <a:off x="33412" y="3033714"/>
        <a:ext cx="5145256" cy="61762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0138C-D5E6-40FA-B265-02A673F78931}">
      <dsp:nvSpPr>
        <dsp:cNvPr id="0" name=""/>
        <dsp:cNvSpPr/>
      </dsp:nvSpPr>
      <dsp:spPr>
        <a:xfrm>
          <a:off x="683905" y="250074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4BC2F-1A95-4662-BE33-87A5E2207463}">
      <dsp:nvSpPr>
        <dsp:cNvPr id="0" name=""/>
        <dsp:cNvSpPr/>
      </dsp:nvSpPr>
      <dsp:spPr>
        <a:xfrm>
          <a:off x="109340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FE797-5B1D-4234-90A5-AED6849B81AC}">
      <dsp:nvSpPr>
        <dsp:cNvPr id="0" name=""/>
        <dsp:cNvSpPr/>
      </dsp:nvSpPr>
      <dsp:spPr>
        <a:xfrm>
          <a:off x="6965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baseline="0"/>
            <a:t>Let us activate your restaurant today</a:t>
          </a:r>
          <a:endParaRPr lang="en-US" sz="2000" kern="1200"/>
        </a:p>
      </dsp:txBody>
      <dsp:txXfrm>
        <a:off x="69655" y="2770075"/>
        <a:ext cx="3150000" cy="720000"/>
      </dsp:txXfrm>
    </dsp:sp>
    <dsp:sp modelId="{83732AA8-C4EC-49AA-80C8-D6BA75FA2841}">
      <dsp:nvSpPr>
        <dsp:cNvPr id="0" name=""/>
        <dsp:cNvSpPr/>
      </dsp:nvSpPr>
      <dsp:spPr>
        <a:xfrm>
          <a:off x="4385155" y="250074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0A07C-E41D-413E-8C07-22A424C904A2}">
      <dsp:nvSpPr>
        <dsp:cNvPr id="0" name=""/>
        <dsp:cNvSpPr/>
      </dsp:nvSpPr>
      <dsp:spPr>
        <a:xfrm>
          <a:off x="479465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0668A-3078-4645-857B-30E5879EE622}">
      <dsp:nvSpPr>
        <dsp:cNvPr id="0" name=""/>
        <dsp:cNvSpPr/>
      </dsp:nvSpPr>
      <dsp:spPr>
        <a:xfrm>
          <a:off x="377090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baseline="0"/>
            <a:t>Simple onboarding</a:t>
          </a:r>
          <a:endParaRPr lang="en-US" sz="2000" kern="1200"/>
        </a:p>
      </dsp:txBody>
      <dsp:txXfrm>
        <a:off x="3770905" y="2770075"/>
        <a:ext cx="3150000" cy="720000"/>
      </dsp:txXfrm>
    </dsp:sp>
    <dsp:sp modelId="{0BD09D9A-F926-49C9-ACF4-B4AB4E0AC662}">
      <dsp:nvSpPr>
        <dsp:cNvPr id="0" name=""/>
        <dsp:cNvSpPr/>
      </dsp:nvSpPr>
      <dsp:spPr>
        <a:xfrm>
          <a:off x="8086406" y="250074"/>
          <a:ext cx="1921500" cy="1921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85BEC-465C-4071-90D2-5FD667CB8980}">
      <dsp:nvSpPr>
        <dsp:cNvPr id="0" name=""/>
        <dsp:cNvSpPr/>
      </dsp:nvSpPr>
      <dsp:spPr>
        <a:xfrm>
          <a:off x="8495906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3A26D-224F-4A9D-BD6F-1C13BABB31F4}">
      <dsp:nvSpPr>
        <dsp:cNvPr id="0" name=""/>
        <dsp:cNvSpPr/>
      </dsp:nvSpPr>
      <dsp:spPr>
        <a:xfrm>
          <a:off x="7472156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baseline="0"/>
            <a:t>Full support included</a:t>
          </a:r>
          <a:endParaRPr lang="en-US" sz="2000" kern="1200"/>
        </a:p>
      </dsp:txBody>
      <dsp:txXfrm>
        <a:off x="7472156" y="2770075"/>
        <a:ext cx="31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9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5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7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1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6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2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0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8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67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9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74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2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42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31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49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diagramLayout" Target="../diagrams/layout19.xml"/><Relationship Id="rId7" Type="http://schemas.openxmlformats.org/officeDocument/2006/relationships/image" Target="../media/image66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68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diagramLayout" Target="../diagrams/layout21.xml"/><Relationship Id="rId7" Type="http://schemas.openxmlformats.org/officeDocument/2006/relationships/image" Target="../media/image69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83E45-5D61-D1D0-C41D-372DA2B0B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en-US" sz="4000" dirty="0"/>
              <a:t>Restaurant Survey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D0F71-4A4E-C515-F23F-D908846B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 dirty="0"/>
              <a:t>A complete solution to understand your customers and improve your restaurant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Hotel reception bell">
            <a:extLst>
              <a:ext uri="{FF2B5EF4-FFF2-40B4-BE49-F238E27FC236}">
                <a16:creationId xmlns:a16="http://schemas.microsoft.com/office/drawing/2014/main" id="{2E1811F4-A258-999A-32CA-C0D4938F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43" r="11350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7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47AD5-01E0-4D3D-804B-EC7E5875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CD31F95-1978-1280-75CB-DA714FB77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FC1B8B-B372-2992-5006-5DFD4BAB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E5554-F80A-CE33-8155-EA391E6A4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E65222-DC89-2A09-FFBB-2057F8931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CC7E682-91DF-0F66-9150-7EC967DAE9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7283068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610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1C39F-D90E-7F9E-31C3-36A821A58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Current Challenges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15BDD457-89C7-1691-BF53-AB6455D04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673242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02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3B2A0-E91C-7234-FD57-7D03C1B0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Smart Survey System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F2C0F3-642C-1F3E-97A0-78BB11436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64671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26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BB148-2B46-F5FB-913F-E580A68C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This System Improves Your Business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BFF2667-BEB7-3B7D-A94B-DE237E15F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335001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473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252F2-63EE-B013-CE8B-72A81B71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CFF146-2842-467E-EFC6-ACA1062D1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B39F9-C8DE-3ECD-85A3-9CCEF16F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1D318-A871-0EC0-CBA9-B556F327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Core Technologies Behind Our System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A73297-193B-C8CC-F36C-AD8B34A60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99F94EE-DA46-3574-7A6A-28A0725B6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445595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2FF6769-925C-9E75-8357-2DF4F9C217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9" y="5693062"/>
            <a:ext cx="3686042" cy="712762"/>
          </a:xfrm>
          <a:prstGeom prst="rect">
            <a:avLst/>
          </a:prstGeom>
        </p:spPr>
      </p:pic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F6781CC-69CD-ED70-EE85-7B86F5383E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9" y="4683355"/>
            <a:ext cx="3140439" cy="91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7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98197-6D79-0329-7262-0E36ADB2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4C09C4-327E-8426-E561-3EE23D183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C4989-E970-77D3-2844-B91EEAE90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DF2D4-B228-7432-505D-2C2E9792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</a:t>
            </a:r>
            <a:r>
              <a:rPr lang="en-US" dirty="0" err="1"/>
              <a:t>Flutssser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F9A320-B49E-412F-A345-89943154A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4CCB9E9-A30C-6A8E-05C3-5A9DED544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508269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08675C8-394F-68BA-851B-2F405D2643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05" y="1472424"/>
            <a:ext cx="2480784" cy="71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3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76141-8DE8-778E-6399-13FFC2C11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485103"/>
            <a:ext cx="8884104" cy="32695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FULL SIMULATED JOURNEY with our app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933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BB063-1EE9-7200-1A67-008C0F47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23667B-683F-6153-F6D1-FD49D1DDD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74AE0C-F412-CAE7-BAFA-615D9D649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395F86-C9C9-36BB-8EA8-6E3FD093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E66FB-C4C9-6CD3-6637-36A21D29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485103"/>
            <a:ext cx="8884104" cy="32695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User App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D56DA0-AB42-99C0-3AAF-8C7F11E38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49DC3C-C896-E791-8AC0-F34B86718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692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26076-2EB2-8B3A-55D3-CA71978F9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 App – Designed for Simplicity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F77B591-AD69-4755-19C5-42045CB93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338778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7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B966-35C3-C876-8F56-AAD990B1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Welcome / Phone Registration</a:t>
            </a:r>
          </a:p>
        </p:txBody>
      </p:sp>
      <p:pic>
        <p:nvPicPr>
          <p:cNvPr id="5" name="Content Placeholder 4" descr="A screen shot of a tablet&#10;&#10;AI-generated content may be incorrect.">
            <a:extLst>
              <a:ext uri="{FF2B5EF4-FFF2-40B4-BE49-F238E27FC236}">
                <a16:creationId xmlns:a16="http://schemas.microsoft.com/office/drawing/2014/main" id="{14ADBB49-BC28-2F8E-30C8-54640D5494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" t="22250" r="1246" b="22137"/>
          <a:stretch>
            <a:fillRect/>
          </a:stretch>
        </p:blipFill>
        <p:spPr>
          <a:xfrm>
            <a:off x="6536733" y="2349910"/>
            <a:ext cx="4677227" cy="3359815"/>
          </a:xfrm>
        </p:spPr>
      </p:pic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01175A2A-DD03-2D5B-3E31-B272BA1B816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438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57DB-1A06-D90D-3916-72847988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Choose a Meal to Review</a:t>
            </a:r>
          </a:p>
        </p:txBody>
      </p:sp>
      <p:pic>
        <p:nvPicPr>
          <p:cNvPr id="5" name="Content Placeholder 4" descr="A screen shot of a tablet&#10;&#10;AI-generated content may be incorrect.">
            <a:extLst>
              <a:ext uri="{FF2B5EF4-FFF2-40B4-BE49-F238E27FC236}">
                <a16:creationId xmlns:a16="http://schemas.microsoft.com/office/drawing/2014/main" id="{6465B5C8-216C-1DC5-BD02-BB0EB45E1F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13" b="22405"/>
          <a:stretch>
            <a:fillRect/>
          </a:stretch>
        </p:blipFill>
        <p:spPr>
          <a:xfrm>
            <a:off x="6568066" y="2433962"/>
            <a:ext cx="4747112" cy="3315956"/>
          </a:xfrm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06845158-828B-184E-CD95-5BEF0F385A3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316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D801-1C45-C831-B2A2-C95D4985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Rate Your Experience</a:t>
            </a:r>
          </a:p>
        </p:txBody>
      </p:sp>
      <p:pic>
        <p:nvPicPr>
          <p:cNvPr id="5" name="Content Placeholder 4" descr="A screenshot of a tablet&#10;&#10;AI-generated content may be incorrect.">
            <a:extLst>
              <a:ext uri="{FF2B5EF4-FFF2-40B4-BE49-F238E27FC236}">
                <a16:creationId xmlns:a16="http://schemas.microsoft.com/office/drawing/2014/main" id="{D8F95304-F2F9-E697-D43C-A5FADB5041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2" b="22405"/>
          <a:stretch>
            <a:fillRect/>
          </a:stretch>
        </p:blipFill>
        <p:spPr>
          <a:xfrm>
            <a:off x="6587023" y="2341267"/>
            <a:ext cx="4823888" cy="3353386"/>
          </a:xfrm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4768FF54-7BFF-FE1B-2CE5-63A2BB713A8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298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ED774-D776-9893-E892-0A8DE950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Write or Speak Your Feedback</a:t>
            </a:r>
          </a:p>
        </p:txBody>
      </p:sp>
      <p:pic>
        <p:nvPicPr>
          <p:cNvPr id="5" name="Content Placeholder 4" descr="A tablet with a menu and a picture of food&#10;&#10;AI-generated content may be incorrect.">
            <a:extLst>
              <a:ext uri="{FF2B5EF4-FFF2-40B4-BE49-F238E27FC236}">
                <a16:creationId xmlns:a16="http://schemas.microsoft.com/office/drawing/2014/main" id="{2D0AB711-0961-B711-D1B8-EFA936DD31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19" b="22405"/>
          <a:stretch>
            <a:fillRect/>
          </a:stretch>
        </p:blipFill>
        <p:spPr>
          <a:xfrm>
            <a:off x="6429363" y="2221992"/>
            <a:ext cx="5197453" cy="3578167"/>
          </a:xfrm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CFF8A2DB-626D-0064-FD17-74C01BE6B91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47662324"/>
              </p:ext>
            </p:extLst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399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93E6-0434-196B-08BF-E54D68DB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Would You Recommend Us?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9AC6BE52-67D5-8AD9-5AF6-40ED8CEF1CC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70558428"/>
              </p:ext>
            </p:extLst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screenshot of a tablet&#10;&#10;AI-generated content may be incorrect.">
            <a:extLst>
              <a:ext uri="{FF2B5EF4-FFF2-40B4-BE49-F238E27FC236}">
                <a16:creationId xmlns:a16="http://schemas.microsoft.com/office/drawing/2014/main" id="{615B0A4C-B6B9-675B-FA8E-0330A8C8EF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49" b="22581"/>
          <a:stretch>
            <a:fillRect/>
          </a:stretch>
        </p:blipFill>
        <p:spPr>
          <a:xfrm>
            <a:off x="6179820" y="2275184"/>
            <a:ext cx="5212080" cy="363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3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39C8-6AA8-D5D6-11FF-6D2D7A3B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Submit Review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C7F8A6DA-B55D-F8F1-BBBB-C45193EA2F8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Content Placeholder 4" descr="A tablet with a menu and a picture of food&#10;&#10;AI-generated content may be incorrect.">
            <a:extLst>
              <a:ext uri="{FF2B5EF4-FFF2-40B4-BE49-F238E27FC236}">
                <a16:creationId xmlns:a16="http://schemas.microsoft.com/office/drawing/2014/main" id="{66624B74-E247-3EF1-E0AB-3B7A5E8051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19" b="22405"/>
          <a:stretch>
            <a:fillRect/>
          </a:stretch>
        </p:blipFill>
        <p:spPr>
          <a:xfrm>
            <a:off x="6181725" y="2298556"/>
            <a:ext cx="5211763" cy="3588038"/>
          </a:xfrm>
        </p:spPr>
      </p:pic>
    </p:spTree>
    <p:extLst>
      <p:ext uri="{BB962C8B-B14F-4D97-AF65-F5344CB8AC3E}">
        <p14:creationId xmlns:p14="http://schemas.microsoft.com/office/powerpoint/2010/main" val="40182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6914-D25D-43DE-6A6E-26BF4ED7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Optional: Rate Ingredients Separately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65F63381-AB47-4FDF-BB5E-B61D70B932A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Content Placeholder 8" descr="A tablet with a recipe&#10;&#10;AI-generated content may be incorrect.">
            <a:extLst>
              <a:ext uri="{FF2B5EF4-FFF2-40B4-BE49-F238E27FC236}">
                <a16:creationId xmlns:a16="http://schemas.microsoft.com/office/drawing/2014/main" id="{78E214E6-9A92-1A8A-C804-5AAF1DF86F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2" b="22137"/>
          <a:stretch>
            <a:fillRect/>
          </a:stretch>
        </p:blipFill>
        <p:spPr>
          <a:xfrm>
            <a:off x="6515321" y="2388743"/>
            <a:ext cx="4876579" cy="3406393"/>
          </a:xfrm>
        </p:spPr>
      </p:pic>
    </p:spTree>
    <p:extLst>
      <p:ext uri="{BB962C8B-B14F-4D97-AF65-F5344CB8AC3E}">
        <p14:creationId xmlns:p14="http://schemas.microsoft.com/office/powerpoint/2010/main" val="129133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247D8-B641-41B3-073B-8CE9174B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Loyalty Points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F838424-C074-F918-635C-BB54775769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4918867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674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E17EB-E75B-E9C9-AB60-8ADB5B3E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CB3163-CFCC-C227-4389-745131364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97DF60-FFDD-D2B5-8B6C-8E431DDA4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98CC95-4192-9D18-E77D-0C62808A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B42B4-7D63-F820-CB1F-B6A28818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485103"/>
            <a:ext cx="8884104" cy="32695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Admin App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DF7AB58-0976-0875-71C2-E954AA7E5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8856B5-69FC-A47D-53D0-025632CFB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770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B9071-E494-57FB-0980-756F6707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Admin App – Control Center for Your Restaurant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18E5187-B42C-B742-6214-14D7C0CF2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727199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26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B46A-4232-BFA6-3DC6-F2B14622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Main Dashboard</a:t>
            </a:r>
          </a:p>
        </p:txBody>
      </p:sp>
      <p:pic>
        <p:nvPicPr>
          <p:cNvPr id="5" name="Content Placeholder 4" descr="A tablet with text on it&#10;&#10;AI-generated content may be incorrect.">
            <a:extLst>
              <a:ext uri="{FF2B5EF4-FFF2-40B4-BE49-F238E27FC236}">
                <a16:creationId xmlns:a16="http://schemas.microsoft.com/office/drawing/2014/main" id="{4D38EF8E-1D74-37C9-EC52-D198103A5E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7" t="11431" r="16072" b="11419"/>
          <a:stretch>
            <a:fillRect/>
          </a:stretch>
        </p:blipFill>
        <p:spPr>
          <a:xfrm>
            <a:off x="6096000" y="2070735"/>
            <a:ext cx="2913378" cy="4063534"/>
          </a:xfrm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234065FC-94F9-79AF-5C70-D4543654E05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 descr="A tablet with text on it&#10;&#10;AI-generated content may be incorrect.">
            <a:extLst>
              <a:ext uri="{FF2B5EF4-FFF2-40B4-BE49-F238E27FC236}">
                <a16:creationId xmlns:a16="http://schemas.microsoft.com/office/drawing/2014/main" id="{44F716D1-C9D9-369A-A30E-992C429BC8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4" t="10553" r="15506" b="11341"/>
          <a:stretch>
            <a:fillRect/>
          </a:stretch>
        </p:blipFill>
        <p:spPr>
          <a:xfrm>
            <a:off x="9077181" y="2070735"/>
            <a:ext cx="2917080" cy="406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7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640A-C8E1-FC5E-EEFD-843E9CD6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Review Management</a:t>
            </a:r>
          </a:p>
        </p:txBody>
      </p:sp>
      <p:pic>
        <p:nvPicPr>
          <p:cNvPr id="5" name="Content Placeholder 4" descr="A tablet with text on it&#10;&#10;AI-generated content may be incorrect.">
            <a:extLst>
              <a:ext uri="{FF2B5EF4-FFF2-40B4-BE49-F238E27FC236}">
                <a16:creationId xmlns:a16="http://schemas.microsoft.com/office/drawing/2014/main" id="{36E7FE72-2ECD-41C7-7C7A-0261808C3C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9" t="11556" r="16072" b="11156"/>
          <a:stretch>
            <a:fillRect/>
          </a:stretch>
        </p:blipFill>
        <p:spPr>
          <a:xfrm>
            <a:off x="6275834" y="2110740"/>
            <a:ext cx="2816809" cy="3962400"/>
          </a:xfrm>
        </p:spPr>
      </p:pic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E4922F9-0503-85FB-E331-387609B9897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tablet with a chat box&#10;&#10;AI-generated content may be incorrect.">
            <a:extLst>
              <a:ext uri="{FF2B5EF4-FFF2-40B4-BE49-F238E27FC236}">
                <a16:creationId xmlns:a16="http://schemas.microsoft.com/office/drawing/2014/main" id="{0AC7047F-CF5F-3EB4-CEA2-2110227B22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7" t="11445" r="15517" b="11445"/>
          <a:stretch>
            <a:fillRect/>
          </a:stretch>
        </p:blipFill>
        <p:spPr>
          <a:xfrm>
            <a:off x="9196552" y="2110740"/>
            <a:ext cx="283506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1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D9F4-4A3E-9587-BCE2-721A428C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Global Analytics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B02C5BA7-D2E0-229F-811C-1A92EF77426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65975821"/>
              </p:ext>
            </p:extLst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A tablet with a pie chart on it&#10;&#10;AI-generated content may be incorrect.">
            <a:extLst>
              <a:ext uri="{FF2B5EF4-FFF2-40B4-BE49-F238E27FC236}">
                <a16:creationId xmlns:a16="http://schemas.microsoft.com/office/drawing/2014/main" id="{96DB2184-000F-31BD-F916-217472676D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0" t="10882" r="15709" b="11111"/>
          <a:stretch>
            <a:fillRect/>
          </a:stretch>
        </p:blipFill>
        <p:spPr>
          <a:xfrm>
            <a:off x="9194289" y="2174695"/>
            <a:ext cx="2714932" cy="3834490"/>
          </a:xfrm>
          <a:prstGeom prst="rect">
            <a:avLst/>
          </a:prstGeom>
        </p:spPr>
      </p:pic>
      <p:pic>
        <p:nvPicPr>
          <p:cNvPr id="6" name="Content Placeholder 5" descr="A tablet with a screen showing statistics&#10;&#10;AI-generated content may be incorrect.">
            <a:extLst>
              <a:ext uri="{FF2B5EF4-FFF2-40B4-BE49-F238E27FC236}">
                <a16:creationId xmlns:a16="http://schemas.microsoft.com/office/drawing/2014/main" id="{416655B7-1C0C-32CE-EE78-0BFA09FFC2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6" t="11772" r="15588" b="11659"/>
          <a:stretch>
            <a:fillRect/>
          </a:stretch>
        </p:blipFill>
        <p:spPr>
          <a:xfrm>
            <a:off x="6477943" y="2221992"/>
            <a:ext cx="2716347" cy="3739896"/>
          </a:xfrm>
        </p:spPr>
      </p:pic>
    </p:spTree>
    <p:extLst>
      <p:ext uri="{BB962C8B-B14F-4D97-AF65-F5344CB8AC3E}">
        <p14:creationId xmlns:p14="http://schemas.microsoft.com/office/powerpoint/2010/main" val="297616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D3A9-167C-9F65-2966-97C88002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Meals Analytics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5A0CB53D-9A23-779B-4242-FE471D00C5A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Content Placeholder 9" descr="A screen shot of a tablet&#10;&#10;AI-generated content may be incorrect.">
            <a:extLst>
              <a:ext uri="{FF2B5EF4-FFF2-40B4-BE49-F238E27FC236}">
                <a16:creationId xmlns:a16="http://schemas.microsoft.com/office/drawing/2014/main" id="{F0A0DFA3-3E89-C710-8003-2F2E4B1170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1" t="11955" r="14905" b="11329"/>
          <a:stretch>
            <a:fillRect/>
          </a:stretch>
        </p:blipFill>
        <p:spPr>
          <a:xfrm>
            <a:off x="7441069" y="2126321"/>
            <a:ext cx="2880028" cy="3931237"/>
          </a:xfrm>
        </p:spPr>
      </p:pic>
    </p:spTree>
    <p:extLst>
      <p:ext uri="{BB962C8B-B14F-4D97-AF65-F5344CB8AC3E}">
        <p14:creationId xmlns:p14="http://schemas.microsoft.com/office/powerpoint/2010/main" val="340979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F1EC-91B5-94F0-0C85-F9315E839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In-depth Meal Performance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B4B609B3-B8ED-7E6B-2D6F-B24B6EF9203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704088" y="2221992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Content Placeholder 9" descr="A tablet with a screen showing a performance overview&#10;&#10;AI-generated content may be incorrect.">
            <a:extLst>
              <a:ext uri="{FF2B5EF4-FFF2-40B4-BE49-F238E27FC236}">
                <a16:creationId xmlns:a16="http://schemas.microsoft.com/office/drawing/2014/main" id="{3FFAD355-76E5-43F2-CCC8-97D2FFD922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2" t="11393" r="15959" b="11610"/>
          <a:stretch>
            <a:fillRect/>
          </a:stretch>
        </p:blipFill>
        <p:spPr>
          <a:xfrm>
            <a:off x="6653047" y="2221992"/>
            <a:ext cx="2675255" cy="3739896"/>
          </a:xfrm>
        </p:spPr>
      </p:pic>
      <p:pic>
        <p:nvPicPr>
          <p:cNvPr id="12" name="Picture 11" descr="A tablet with a pie chart&#10;&#10;AI-generated content may be incorrect.">
            <a:extLst>
              <a:ext uri="{FF2B5EF4-FFF2-40B4-BE49-F238E27FC236}">
                <a16:creationId xmlns:a16="http://schemas.microsoft.com/office/drawing/2014/main" id="{495B7054-32EA-14AB-8B98-A8202E4EB9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5" t="11647" r="15518" b="11572"/>
          <a:stretch>
            <a:fillRect/>
          </a:stretch>
        </p:blipFill>
        <p:spPr>
          <a:xfrm>
            <a:off x="9453524" y="2221992"/>
            <a:ext cx="2675255" cy="37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0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BB039-CF40-42A8-C488-D95ABC54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Ready to Improve Your Restaurant?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547F586-B1D9-6DF7-4A94-77E9D6C482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43269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959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62F0E-3266-A921-5383-50F6CCECB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2" y="960594"/>
            <a:ext cx="5828114" cy="4936812"/>
          </a:xfrm>
        </p:spPr>
        <p:txBody>
          <a:bodyPr anchor="ctr">
            <a:normAutofit/>
          </a:bodyPr>
          <a:lstStyle/>
          <a:p>
            <a:pPr algn="r"/>
            <a:r>
              <a:rPr lang="en-US" sz="6000" dirty="0"/>
              <a:t>Thank you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13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569</Words>
  <Application>Microsoft Office PowerPoint</Application>
  <PresentationFormat>Widescreen</PresentationFormat>
  <Paragraphs>119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Calisto MT</vt:lpstr>
      <vt:lpstr>Univers Condensed</vt:lpstr>
      <vt:lpstr>ChronicleVTI</vt:lpstr>
      <vt:lpstr>Restaurant Survey App</vt:lpstr>
      <vt:lpstr>Team members</vt:lpstr>
      <vt:lpstr>The Current Challenges</vt:lpstr>
      <vt:lpstr>Our Smart Survey System</vt:lpstr>
      <vt:lpstr>How This System Improves Your Business</vt:lpstr>
      <vt:lpstr>Core Technologies Behind Our System</vt:lpstr>
      <vt:lpstr>Why Flutssser?</vt:lpstr>
      <vt:lpstr>FULL SIMULATED JOURNEY with our app</vt:lpstr>
      <vt:lpstr>User App</vt:lpstr>
      <vt:lpstr>User App – Designed for Simplicity</vt:lpstr>
      <vt:lpstr>1. Welcome / Phone Registration</vt:lpstr>
      <vt:lpstr>2. Choose a Meal to Review</vt:lpstr>
      <vt:lpstr>3. Rate Your Experience</vt:lpstr>
      <vt:lpstr>4. Write or Speak Your Feedback</vt:lpstr>
      <vt:lpstr>5. Would You Recommend Us?</vt:lpstr>
      <vt:lpstr>6. Submit Review</vt:lpstr>
      <vt:lpstr>Optional: Rate Ingredients Separately</vt:lpstr>
      <vt:lpstr>Loyalty Points</vt:lpstr>
      <vt:lpstr>Admin App</vt:lpstr>
      <vt:lpstr>Admin App – Control Center for Your Restaurant</vt:lpstr>
      <vt:lpstr>1. Main Dashboard</vt:lpstr>
      <vt:lpstr>2. Review Management</vt:lpstr>
      <vt:lpstr>3. Global Analytics</vt:lpstr>
      <vt:lpstr>4. Meals Analytics</vt:lpstr>
      <vt:lpstr>5. In-depth Meal Performance</vt:lpstr>
      <vt:lpstr>Ready to Improve Your Restaurant?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El-Hussein</dc:creator>
  <cp:lastModifiedBy>Mohamed Wael</cp:lastModifiedBy>
  <cp:revision>3</cp:revision>
  <dcterms:created xsi:type="dcterms:W3CDTF">2025-12-11T20:31:18Z</dcterms:created>
  <dcterms:modified xsi:type="dcterms:W3CDTF">2025-12-12T18:28:34Z</dcterms:modified>
</cp:coreProperties>
</file>